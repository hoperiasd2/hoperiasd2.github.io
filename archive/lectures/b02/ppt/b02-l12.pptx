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HDL-C를 올리는 유전 변이(예: LIPG N396S)는 관상동맥질환 위험을 낮추지 않아, HDL-C가 인과 인자가 아니라 다른 위험 요인(중성지방·인슐린 저항성 등)과 얽힌 표지자임을 보였다. 반면 LDL-C를 낮추는 변이는 일관되게 위험을 낮춰 인과성을 지지했다.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면역조직화학은 AL(경쇄)과 ATTR(트랜스티레틴) 등을 오분류할 수 있는데, LMD-MS는 콩고레드 양성 침착물만 절제해 구성 단백을 직접 동정하므로 아밀로이드 유형을 정확히 결정한다. AL은 항형질세포 치료, ATTR은 안정제·침묵제로 치료가 완전히 다르기 때문에 필수적이다.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기존 AAV 혈청형 중화항체가 있으면 벡터가 간세포에 도달하기 전에 중화되어 효과가 없으므로 투여 대상을 선별한다. 투여 후에는 형질도입된 간세포에 대한 캡시드 특이 T세포 반응으로 간 효소가 상승하고 인자 IX 발현이 소실될 수 있어 ALT 추적과 필요 시 코르티코스테로이드 투여가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배양세포 연구는 암이 포도당을 주로 젖산으로 배출한다(Warburg)고 강조했지만, 환자 폐암 주입 연구는 종양이 포도당과 순환 젖산을 TCA 회로에서 활발히 산화함을 보였다. 이는 생체 내 영양 환경·미세환경이 대사를 크게 바꾸므로 대사 표적 치료의 근거는 생체 내 플럭스 데이터에 기반해야 함을 의미한다.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B02 의학분자생물학  ·  오믹스의학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단백체·대사체·다중오믹스와 정밀의학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Proteomics, Metabolomics, Multi-omics and Precision Medicine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B02-L12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질량분석 기반 단백체학(DDA, DIA, 표적)과 친화도 기반 단백체(Olink, SomaScan)를 비교한다.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번역후 변형 단백체(인산화체)와 구조 단백체의 의미를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대사체학(표적/비표적, LC-MS, NMR)과 동위원소 추적 플럭스 분석을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장내 미생물체학과 다중오믹스 통합(멘델 무작위분석, 네트워크)의 원리를 이해한다.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정밀의학의 도구(유전자 치료, 유전자 편집, 세포 치료)와 근거·한계를 정리한다.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질량분석 기반 단백체학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번역후 변형·구조·공간 단백체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대사체학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장내 미생물체학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다중오믹스 통합과 인과 추론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정밀의학의 치료 도구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질량분석 기반 단백체학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상향식(bottom-up): 단백질 → 트립신 절단 → 펩타이드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LC-MS/MS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(액체크로마토그래피 분리 → 전기분무 이온화 → 질량 분석 → 단편화 스펙트럼) → 데이터베이스 검색으로 펩타이드·단백질 동정.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정량: 무표지(LFQ), 동위원소 표지(SILAC, TMT 다중화 16–35검체).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혈장 단백체의 난제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동적 범위 10¹⁰ 이상(알부민 ~40 g/L vs 사이토카인 pg/mL) → 고함량 단백 제거, 나노입자 단백 코로나 농축.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질량분석 기반 단백체학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친화도 기반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Olink(근접 연장 분석; 항체 쌍 + DNA 바코드 PCR/NGS, 3,000–5,400 단백), SomaScan(압타머, ~11,000 단백). 수십만 명 바이오뱅크 단백체(UK Biobank Pharma Proteomics Project)가 가능해짐 — 단, 플랫폼 간 상관이 단백에 따라 낮을 수 있어 교차 검증 필요.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pQTL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혈장 단백 수준에 영향을 주는 유전 변이 → 멘델 무작위분석으로 약물 표적 인과성 검증.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질량분석 기반 단백체학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획득 방식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장점 / 한계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DDA(데이터 의존)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강한 이온부터 선택 단편화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동정 깊이 / 결측값 많음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DIA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(데이터 비의존, SWATH)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질량 창 체계적 단편화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재현성·정량 우수, 대규모 코호트에 표준화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표적(MRM/PRM)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미리 정한 펩타이드만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높은 민감도·정확도; 임상 검사 전환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하향식(top-down)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 없는 단백질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단백 이소형(proteoform)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번역후 변형·구조·공간 단백체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인산화체학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TiO₂/IMAC 농축 → 수만 인산화 부위 → 키나아제 활성 추론(KSEA) → 신호 경로·약물 반응·내성 기전 분석.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유비퀴틴체(K-ε-GG 항체), 아세틸체, 당단백체, 시트룰린체.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상호작용체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친화 정제-MS(AP-MS; BioPlex), 근접 표지(BioID, TurboID, APEX) → 세포 소기관 지도.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구조 단백체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교차결합-MS, 수소-중수소 교환, 제한적 단백분해-MS(구조 변화), 열 단백체 프로파일링(TPP; 약물 표적 동정 — 약물 결합 시 열안정성 변화).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번역후 변형·구조·공간 단백체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공간 단백체: 영상 질량분석(MALDI-IMS), 레이저 미세절제 + 초고감도 MS(단일세포 단백체 'deep visual proteomics' — 독성 표피괴사융해의 JAK/STAT 발견 → JAK 억제제 치료 사례, Nature 2023).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단백체 임상 활용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신생아 선별(MS/MS 아미노산·아실카르니틴은 대사체), 아밀로이드 유형 확인(LMD-MS — AL vs ATTR 구분 표준), 세균 동정(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MALDI-TOF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수 분 내 균종 동정), 갑상선 글로불린 등 표적 MS 검사, 혈장 p-tau217(MS 및 면역분석; 알츠하이머 진단, B08 L12).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대사체학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정의: 세포·조직·체액의 저분자(&lt;1.5 kDa) 대사물 총체. 유전체·전사체·단백체의 하류이자 환경(식이·약물·미생물)의 직접 반영 → 표현형에 가장 가까운 오믹스.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NMR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비파괴·고재현성·정량, 민감도 낮음 → 대규모 코호트 지단백 아입자·대사물(Nightingale 플랫폼, UK Biobank 50만 명).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지질체학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수천 지질 분자종(세라마이드 위험 점수, B01 L08).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동위원소 추적(플럭스 분석)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¹³C-포도당/글루타민/젖산을 주입 → 대사물 표지 패턴(동위원소 분포)으로 경로 활성 계산. 환자 수술 중 주입 연구로 종양이 생체 내에서 젖산을 TCA 연료로 쓰고, 폐암은 포도당 산화를 활발히 한다는 사실을 밝혔다(Faubert et al., Cell 2017).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대사체학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대사체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선천대사이상 확장 진단(비표적 혈장 대사체로 수백 질환 선별), 소변 유기산(GC-MS), 신생아 선별(B01 L10), 2형 당뇨 예측(BCAA), TMAO(장내미생물–심혈관), 암 2-HG(IDH 변이 신경교종의 MR 분광 검출).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대사체학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비표적(untargeted)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표적(targeted)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가설 생성, 신규 대사물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정량·검증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플랫폼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고해상도 LC-MS(Orbitrap, Q-TOF), GC-MS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삼중 사중극자 MRM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동정(annotation) 병목 — 특징의 대부분이 미동정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미리 정한 대사물만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장내 미생물체학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방법: 16S rRNA 앰플리콘(속 수준 조성), 샷건 메타유전체(종·균주·기능 유전자), 메타전사체, 대사체 결합.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기능: 단쇄지방산(부티르산 → 대장세포 연료, 조절 T세포 유도), 담즙산 2차 대사(데옥시콜산; FXR·TGR5 신호), 트립토판 대사(인돌 → AhR), 비타민 K·B12 합성, 약물 대사(레보도파 탈카복실화 Enterococcus; 디곡신 불활성화 Eggerthella; 이리노테칸 β-글루쿠로니다아제 재활성 → 설사).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질환 연관: 염증성 장질환, 비만·대사증후군, C. difficile 감염(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대변미생물이식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재발 치료 성공률 ~90%; 2022–2023 표준화 미생물 제제 Rebyota, Vowst 승인), 면역관문억제제 반응(Akkermansia, Bifidobacterium), 파킨슨병·자폐(인과성 논쟁; B08 L11).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장내 미생물체학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함정: 연관 대 인과, 식이·약물(메트포르민, PPI)의 강한 교란, 조성 데이터의 상대성(compositionality).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다중오믹스 통합과 인과 추론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통합 전략: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조기 통합(특징 연결) / 중간 통합(MOFA+ 잠재 인자, 유사도 네트워크 융합) / 후기 통합(모델별 예측 결합).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지식 기반: 경로·네트워크(유전자–단백–대사물) 위로 투영.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멘델 무작위분석(MR)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출생 시 무작위로 배분되는 유전 변이를 노출의 도구 변수로 사용 → 교란·역인과 회피.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가정: 관련성, 독립성, 배제 제한(다면발현 없음) — 다면발현 강건 방법(MR-Egger, 가중 중앙값).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사례: LDL·Lp(a)는 인과(관상동맥질환), HDL은 비인과, CRP는 비인과(반면 IL-6 신호는 인과 → IL-6 차단 시험), 알코올 적정 음주의 '보호 효과'는 교란(MR에서 J곡선 소실).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다중오믹스 통합과 인과 추론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 표적 유전학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유전적 근거가 있는 표적은 임상 승인 확률이 약 2.6배(Minikel et al., Nature 2024). 기능소실 인간 '자연 실험'(PCSK9, ANGPTL3, APOC3, CCR5Δ32, SLC30A8 LoF의 2형 당뇨 보호)이 신약 개발의 출발점이 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콜로칼리제이션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GWAS 신호와 eQTL/pQTL 신호가 같은 원인 변이를 공유하는지 확인해 원인 유전자 추정.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정밀의학의 치료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위험·과제: AAV 면역원성(기존 항체 배제), 고용량 간독성·혈전성 미세혈관병증·사망 사례, 렌티 삽입 돌연변이(일부 2차 골수성 종양), 오프타깃 편집, 초고가(수십억 원) 접근성, 장기 추적 15년 요구.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정밀의학의 근거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'표적 변이 → 표적 약물' 매칭의 전체 생존 이득은 일부 암·희귀질환에서 뚜렷하지만, 범암 바스켓 시험에서는 매칭 가능한 환자 비율이 10–20%에 그친다. 정밀의학은 '모든 환자를 위한 것'이 아니라 '근거가 있는 하위군을 찾아내는 과정'이다.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정밀의학의 치료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AAV 유전자 보충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비통합 에피솜; 혈청형별 조직 지향성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보레티진(RPE65 망막), 오나셈노진(SMA), 에트라나코진·피다나코진(혈우병 B), 발록토코진(혈우병 A), 델란디스트로진(DMD 마이크로디스트로핀; 효능 논쟁)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렌티바이러스 체외 HSC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벡터로 자가 조혈모세포 교정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베티베글로진(β-지중해빈혈), 로보티베글로진(겸상), 엘리발도진(CALD), 아티다르사진(MLD)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CRISPR 체외 편집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Cas9 DSB → 인핸서 파괴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엑사감글로진(Casgevy; 2023 겸상·β-지중해빈혈 최초 CRISPR 승인)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체내 편집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LNP-Cas9 mRNA, 염기편집, 프라임 편집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NTLA-2001(TTR), VERVE-102(PCSK9 염기편집), 개인 맞춤 염기편집(CPS1 결핍 영아, 2025)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CAR-T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환자 T세포에 키메라 항원 수용체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CD19(ALL, DLBCL), BCMA(골수종), 자가면역(루푸스 CD19 CAR-T 관해 보고), 고형암·뇌종양 시험(B09 L06)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올리고뉴클레오타이드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ASO, siRNA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B02 L08 참조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단백체 기반 질병 예측: 혈장 단백 수천 개로 수십 질환의 10년 위험을 임상 지표보다 잘 예측(Carrasco-Zanini et al., Nat Med 2024)하고, '장기 나이(organ age)' 단백 시계가 제안되었다(Oh et al., Nature 2023).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 단백체(MS 기반)와 단일세포 대사체가 기술적 한계를 넘어 시작 단계이며, 대사 이미징(MALDI-2, DESI) 해상도가 단일세포 수준에 근접했다.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디지털 트윈: 개인의 유전체·오믹스·웨어러블 데이터를 통합해 질병 경과·치료 반응을 시뮬레이션하려는 시도가 있으나 아직 검증 초기이다.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단백체는 LC-MS/MS(DDA·DIA·표적)와 친화도 플랫폼(Olink, SomaScan)으로 측정하며 pQTL이 약물 표적 검증에 쓰인다.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인산화체·상호작용체·구조 단백체가 신호와 약물 작용을 해석하고, MALDI-TOF·LMD-MS 등은 이미 임상 표준이다.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대사체는 표현형에 가장 가까운 오믹스이며 동위원소 추적으로 생체 내 경로 플럭스를 측정한다.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미생물체는 단쇄지방산·담즙산·약물 대사로 숙주에 영향을 주지만 인과 추론에 주의해야 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멘델 무작위분석과 인간 유전학은 인과 표적을 찾고, AAV·렌티·CRISPR·CAR-T·RNA 치료가 정밀의학을 구현한다.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관찰 연구에서 혈중 HDL-C가 높을수록 관상동맥질환이 적었지만 HDL을 올리는 약물은 실패했다. 멘델 무작위분석은 이 문제를 어떻게 설명했는가?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HDL-C를 올리는 유전 변이(예: LIPG N396S)는 관상동맥질환 위험을 낮추지 않아, HDL-C가 인과 인자가 아니라 다른 위험 요인(중성지방·인슐린 저항성 등)과 얽힌 표지자임을 보였다. 반면 LDL-C를 낮추는 변이는 일관되게 위험을 낮춰 인과성을 지지했다.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원인 불명 아밀로이드 심근병증 생검에서 레이저 미세절제 질량분석(LMD-MS)을 시행하는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면역조직화학은 AL(경쇄)과 ATTR(트랜스티레틴) 등을 오분류할 수 있는데, LMD-MS는 콩고레드 양성 침착물만 절제해 구성 단백을 직접 동정하므로 아밀로이드 유형을 정확히 결정한다. AL은 항형질세포 치료, ATTR은 안정제·침묵제로 치료가 완전히 다르기 때문에 필수적이다.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혈우병 B에 대한 AAV 유전자 치료 전 AAV 중화항체 검사를 하는 이유와 치료 후 간효소를 추적하는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기존 AAV 혈청형 중화항체가 있으면 벡터가 간세포에 도달하기 전에 중화되어 효과가 없으므로 투여 대상을 선별한다. 투여 후에는 형질도입된 간세포에 대한 캡시드 특이 T세포 반응으로 간 효소가 상승하고 인자 IX 발현이 소실될 수 있어 ALT 추적과 필요 시 코르티코스테로이드 투여가 필요하다.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종양의 ¹³C-포도당 주입 동위원소 추적 연구가 배양세포 연구와 다른 결론을 낸 예를 들고 그 의미를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배양세포 연구는 암이 포도당을 주로 젖산으로 배출한다(Warburg)고 강조했지만, 환자 폐암 주입 연구는 종양이 포도당과 순환 젖산을 TCA 회로에서 활발히 산화함을 보였다. 이는 생체 내 영양 환경·미세환경이 대사를 크게 바꾸므로 대사 표적 치료의 근거는 생체 내 플럭스 데이터에 기반해야 함을 의미한다.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Aebersold R, Mann M. Mass-spectrometric exploration of proteome structure and function. Nature 2016;537:347–355.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Sun BB et al. Plasma proteomic associations with genetics and health in the UK Biobank. Nature 2023;622:329–338.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Wishart DS. Metabolomics for investigating physiological and pathophysiological processes. Physiol Rev 2019;99:1819–1875.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B02-L12  ·  단백체·대사체·다중오믹스와 정밀의학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Davey Smith G, Hemani G. Mendelian randomization: genetic anchors for causal inference in epidemiological studies. Hum Mol Genet 2014;23:R89–R98.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Minikel EV et al. Refining the impact of genetic evidence on clinical success. Nature 2024;629:624–629.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