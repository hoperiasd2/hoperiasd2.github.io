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세포 외 K⁺ 상승은 E_K를 덜 음성으로 만들어 안정막전위를 탈분극시킨다. 처음에는 역치에 가까워져 흥분성이 증가하지만, 지속적 탈분극은 전압개폐 Na⁺ 통로를 불활성 상태에 묶어 활동전위를 만들지 못하게 하므로 흥분성이 소실되어 이완성 마비가 생긴다.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압박에 의한 허혈은 대사 요구가 크고 굵은 수초 섬유(Aβ — 촉각·진동)를 먼저 침범한다. 가는 무수초 C 섬유와 Aδ 섬유는 상대적으로 저항성이 있어 통증·온도 감각이 나중까지 남는다. 반대로 국소마취제는 가는 섬유를 먼저 차단해 통증이 먼저 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주로 피질 추체세포의 정렬된 첨단 수상돌기에서 발생하는 흥분성·억제성 시냅스 후 전위가 공간적으로 합산된 것이다. 활동전위는 지속 시간이 1–2 ms로 짧고 비동기적이라 두피에서 합산되지 않는다. 그래서 EEG 진폭은 동기화 정도에 크게 의존한다.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후천성 탈수초 신경병증(길랭-바레 증후군, CIDP)을 시사한다. 후천성은 탈수초가 분절적·비균일하게 일어나 전도 차단과 시간 분산이 나타나는 반면, 유전성 탈수초 신경병증(CMT1A)은 모든 섬유가 고르게 느려져 전도 차단이 드물다.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B07 신경생리학과 신경해부학 기초  ·  세포 신경생리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막전위와 활동전위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Membrane Potential and the Action Potential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B07-L01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이온 기울기와 평형전위(네른스트), 안정막전위(골드만)를 계산하고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활동전위의 단계별 이온 기전과 전압개폐 통로의 게이팅을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불응기, 전도 속도, 도약 전도의 결정 요인을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전해질 이상과 국소마취제·독소가 흥분성에 미치는 영향을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신경전도 검사와 근전도의 생리학적 기초를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이온 기울기와 안정막전위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활동전위의 이온 기전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전도와 수초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약물과 독소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전기생리의 기초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이온 기울기와 안정막전위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 내외 농도(대략, mM): K⁺ 140 / 4, Na⁺ 15 / 145, Cl⁻ 10 / 110, Ca²⁺ 0.0001 / 2.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Na⁺/K⁺-ATPase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(3Na⁺ 밖 : 2K⁺ 안)가 기울기를 유지하며 약간의 전기 생성 효과(−2~−5 mV)를 낸다.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네른스트 평형전위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E_ion = 61.5/z × log([밖]/[안]) mV (37 °C): E_K ≈ −90, E_Na ≈ +62, E_Cl ≈ −65, E_Ca ≈ +120.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골드만-호지킨-카츠 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안정막전위는 각 이온의 투과도를 가중한 평균. 안정 시 K⁺ 투과도가 가장 높아(누출 K⁺ 통로, K2P) 막전위는 −60~−75 mV로 E_K에 가깝다.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이온 기울기와 안정막전위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연결: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고칼륨혈증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E_K를 덜 음성으로 만들어 막을 탈분극 → 초기에는 흥분성 증가(뾰족 T파), 지속되면 Na⁺ 통로 불활성화로 흥분성 소실(QRS 확장, 마비).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저칼륨혈증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과분극·흥분성 저하(근력저하, U파).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저칼슘혈증은 막 안정화 효과 감소(Na⁺ 통로 활성 역치 하강) → 테타니·감각이상.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활동전위의 이온 기전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역치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(−55~−45 mV) 도달 → 전압개폐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Na⁺ 통로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활성 → Na⁺ 유입 → 재생적 탈분극(상승기) → Na⁺ 통로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불활성화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(불활성화 관문) + 지연 정류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K⁺ 통로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개방 → 재분극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후과분극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(K⁺ 통로가 늦게 닫힘).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Na⁺ 통로의 세 상태: 닫힘(활성 가능) → 열림 → 불활성(활성 불가) → 재분극 후 회복.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전부 아니면 전무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법칙, 정보는 발화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빈도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부호화된다.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불응기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절대 불응기(Na⁺ 통로 불활성 — 재자극 불가, 최대 발화율과 역행 전파 방지 결정) / 상대 불응기(과분극 — 더 큰 자극 필요).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활동전위의 이온 기전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통로 다양성: Nav1.1(억제성 개재뉴런), Nav1.2(흥분성 축삭 초기), Nav1.6(랑비에 결절),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Nav1.7/1.8/1.9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(통각 — 진통제 표적), Kv7(M 전류 — 흥분성 제동), BK/SK(Ca²⁺ 활성 K⁺ — 후과분극·발화 적응).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전도와 수초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수동 전파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길이 상수 λ = √(r_m/r_i) — 막 저항이 크고 축삭 내 저항이 작을수록(굵을수록) 멀리 전달; 시간 상수 τ = r_m × c_m — 막 전기용량이 작을수록 빠름.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수초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막 저항을 높이고 전기용량을 낮춰 λ↑·τ↓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도약 전도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(랑비에 결절에서만 활동전위 재생) → 속도 최대 120 m/s, 에너지 절약.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결절 구조: 결절(Nav1.6 집적), 결절 주위(paranode — 수초 고리 접착, Caspr/contactin-neurofascin155), 결절 근방(juxtaparanode — Kv1).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전도와 수초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 섬유 분류: Aα(고유감각·운동, 70–120 m/s) &gt; Aβ(촉각·진동) &gt; Aγ(근방추) &gt; Aδ(날카로운 통증·찬 감각, 얇은 수초) &gt; B(교감 절전) &gt;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(둔한 통증·따뜻함·절후 교감, 무수초 0.5–2 m/s).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탈수초(길랭-바레, 다발성 경화증, CMT1) → 전도 속도 저하·전도 차단; 축삭 손상 → 진폭 감소.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허혈·압박은 굵은 섬유를 먼저 침범(촉각·진동 소실 선행), 국소마취제는 가는 섬유를 먼저 차단(통증 소실 선행).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약물과 독소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항경련제의 많은 수가 Na⁺ 통로의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사용·전압 의존적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차단(고빈도 발화 뉴런 선택 억제)으로 작용한다(B05 L05).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약물과 독소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작용제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국소마취제(리도카인)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Nav(세포 내 쪽, 사용 의존성)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전도 차단; 염증 조직(산성)에서 효과 저하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테트로도톡신(복어)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Nav 외부 공극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마비·호흡부전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사시톡신(마비성 패류 중독)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Nav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시구아톡신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Nav 지속 활성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감각이상,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냉온감각 역전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전갈·말미잘 독소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Nav 불활성화 지연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지속 흥분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아코니틴(초오)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Nav 지속 활성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부정맥·마비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4-아미노피리딘(달팜프리딘)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Kv 차단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탈수초 축삭 전도 개선(다발성 경화증 보행, EA2)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레티가빈·아제투칼너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Kv7 개방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항경련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임상 전기생리의 기초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신경전도 검사(NCS)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운동(CMAP — 진폭 = 축삭 수·근섬유, 잠복기·전도 속도 = 수초), 감각(SNAP), F파(근위부), H반사(S1 반사궁).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탈수초 패턴: 전도 속도 현저 저하, 말단 잠복기 연장,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전도 차단·시간 분산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(후천성 — GBS/CIDP), 균일 저하(유전성).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축삭 패턴: 진폭 감소, 속도 비교적 보존.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근전도(EMG)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삽입 활동, 자발 활동(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섬유자발수축·양성 예파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= 탈신경, 근긴장 방전, 근육다발수축), 운동 단위 전위(신경성 — 크고 길고 다상성·동원 감소; 근육성 — 작고 짧고 조기 동원).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반복 신경 자극: 저빈도 감소 반응(중증 근무력증), 고빈도 증가 반응(램버트-이튼, 보툴리누스).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임상 전기생리의 기초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유발전위: 시각(VEP — 시신경염 잠복기 연장), 체성감각(SSEP), 뇌간청각(BAEP).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EEG: 피질 추체세포의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시냅스 후 전위 합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(활동전위가 아님)이 두피에서 기록됨 — 활동전위는 짧고 비동기적이어서 합산되지 않는다.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전압 감지 형광 단백(GEVI)과 전압 영상으로 개별 신경세포 활동전위를 광학적으로 기록하는 기술이 생체 내 회로 연구에 도입되었다.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Nav1.7·Nav1.8 선택적 차단제가 비오피오이드 진통제로 개발되어(수제트리진 2025 승인) 통로 생리의 임상 번역 사례가 되었다.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결절 주위 접착 단백(neurofascin-155, contactin-1)에 대한 자가항체가 특정 '결절병증(nodopathy)'을 정의해, 치료 반응(리툭시맙)이 다른 아형을 구분하게 되었다.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안정막전위는 K⁺ 우세 투과도로 결정되며 Na⁺/K⁺-ATPase가 기울기를 유지한다.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활동전위는 Na⁺ 통로 활성·불활성화와 K⁺ 통로 개방의 순차적 작동이며 불응기가 발화율과 방향성을 정한다.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수초는 길이 상수를 늘리고 전기용량을 낮춰 도약 전도를 가능하게 하며, 탈수초는 속도 저하, 축삭 손상은 진폭 감소로 나타난다.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Na⁺ 통로는 국소마취제·항경련제·여러 자연 독소의 공통 표적이다.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NCS/EMG·유발전위·EEG는 이 생리를 임상 진단에 적용한 도구이다.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혈청 칼륨이 7.5 mEq/L로 상승한 환자에서 근력저하가 생기는 이유를 막전위로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세포 외 K⁺ 상승은 E_K를 덜 음성으로 만들어 안정막전위를 탈분극시킨다. 처음에는 역치에 가까워져 흥분성이 증가하지만, 지속적 탈분극은 전압개폐 Na⁺ 통로를 불활성 상태에 묶어 활동전위를 만들지 못하게 하므로 흥분성이 소실되어 이완성 마비가 생긴다.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다리를 오래 꼬고 앉아 다리가 '저릴' 때 촉각이 먼저 둔해지고 통증 감각은 비교적 남는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압박에 의한 허혈은 대사 요구가 크고 굵은 수초 섬유(Aβ — 촉각·진동)를 먼저 침범한다. 가는 무수초 C 섬유와 Aδ 섬유는 상대적으로 저항성이 있어 통증·온도 감각이 나중까지 남는다. 반대로 국소마취제는 가는 섬유를 먼저 차단해 통증이 먼저 사라진다.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두피 EEG에 기록되는 전기 활동의 세포 기원은 무엇인가?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주로 피질 추체세포의 정렬된 첨단 수상돌기에서 발생하는 흥분성·억제성 시냅스 후 전위가 공간적으로 합산된 것이다. 활동전위는 지속 시간이 1–2 ms로 짧고 비동기적이라 두피에서 합산되지 않는다. 그래서 EEG 진폭은 동기화 정도에 크게 의존한다.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신경전도 검사에서 전도 속도는 현저히 느리고 전도 차단이 있으며 시간 분산이 보인다. 어떤 병태를 시사하는가?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후천성 탈수초 신경병증(길랭-바레 증후군, CIDP)을 시사한다. 후천성은 탈수초가 분절적·비균일하게 일어나 전도 차단과 시간 분산이 나타나는 반면, 유전성 탈수초 신경병증(CMT1A)은 모든 섬유가 고르게 느려져 전도 차단이 드물다.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Kandel ER et al. Principles of Neural Science, 6th ed. McGraw Hill, 2021. Ch. 9–10.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Bean BP. The action potential in mammalian central neurons. Nat Rev Neurosci 2007;8:451–465.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Catterall WA. Forty years of sodium channels. Neurochem Res 2017;42:2495–2504.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Preston DC, Shapiro BE. Electromyography and Neuromuscular Disorders, 4th ed. Elsevier, 2020.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B07-L01  ·  막전위와 활동전위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Buzsáki G, Anastassiou CA, Koch C. The origin of extracellular fields and currents. Nat Rev Neurosci 2012;13:407–420.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