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저칼륨혈증은 신장 근위세뇨관의 암모니아 생성(글루타미나아제)을 증가시키고 신정맥으로 돌아가는 암모니아를 늘린다. 대사 알칼리증은 NH₄⁺ ⇌ NH₃ 평형을 비이온화 NH₃ 쪽으로 이동시켜 혈액뇌장벽 통과를 증가시킨다. 이뇨제 조정과 칼륨 보충, 수분 교정이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간경변 환자는 근감소증이 흔하며 근육은 글루타민 합성으로 암모니아를 제거하는 중요한 보조 장기이다. 단백 제한은 근육 소모와 이화를 악화시켜 오히려 암모니아 처리 능력을 떨어뜨리고 예후를 나쁘게 한다. 따라서 1.2–1.5 g/kg/일 단백과 취침 전 간식을 권장한다.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대장 세균이 락툴로스를 발효해 젖산·아세트산을 만들어 대장 pH를 낮추면 NH₃가 NH₄⁺로 이온화되어 흡수되지 않고 배설된다(이온 트랩). (2) 세균 증식에 질소가 사용되어 암모니아가 세균 단백에 고정되고, 우레아제 생성균이 감소한다. (3) 삼투성 완하 효과로 장 통과 시간이 짧아져 암모니아 생성·흡수 시간이 줄어든다.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급성 간부전에서는 혈중 암모니아가 빠르고 높게 상승해 성상세포가 삼투 적응(미오이노시톨 등 유기 삼투질 배출)할 시간이 없어 글루타민 축적에 의한 세포독성 부종과 두개내압 상승, 뇌탈출이 생긴다. 간경변에서는 만성적으로 적응되어 저등급 부종에 그친다. 따라서 급성 간부전은 ICU 관리와 긴급 간이식 평가가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대사성 뇌병증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간성뇌병증과 암모니아 신경독성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Hepatic Encephalopathy and Ammonia Neurotoxicity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B05-L08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간성뇌병증(HE)의 분류(유형·중증도·경과)와 임상 등급을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암모니아의 생성·제거 장기 간 흐름(장, 간, 근육, 신장, 뇌)을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성상세포 글루타민 축적, 부종, 신경전달·염증·망간의 신경독성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유발 요인과 진단(암모니아 해석, 최소 HE 검사)을 적용한다.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락툴로스·리팍시민·L-오르니틴 L-아스파르트산·영양·간이식 등 치료의 기전을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분류와 임상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암모니아의 장기 간 흐름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신경독성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유발 요인과 진단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분류와 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유형: A(급성 간부전), B(문맥-전신 단락, 간질환 없음),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C(간경변 — 가장 흔함)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중증도(West Haven): 최소(MHE; 정신측정 검사로만 검출) → 1(주의력 저하, 수면 역전) → 2(기면, 시간 지남력 장애,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고정자세불능(asterixis)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→ 3(혼미, 장소 지남력 상실) → 4(혼수). 2단계 이상 = 명백한 HE.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경과: 일회성, 재발성(6개월 내 재발), 지속성.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간부전(A형)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HE는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뇌부종·두개내압 상승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(혈중 암모니아 &gt;150–200 µmol/L면 위험 급증)이 주된 사망 원인 — 간경변 HE(저등급 부종)와 병태가 다르다.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간경변 환자의 MHE: 30–50%; 운전 사고·낙상·삶의 질 저하 → 선별 권장.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암모니아의 장기 간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간경변: 간세포 기능 저하 +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문맥-전신 단락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(자연 측부·TIPS)으로 장 유래 암모니아가 간을 우회 → 전신 순환.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NH₃/NH₄⁺ 평형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(pKa ~9.2): pH 7.4에서 약 98% NH₄⁺이지만 비이온화 NH₃가 막(BBB)을 쉽게 통과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알칼리증은 NH₃ 분율을 높여 뇌 진입 증가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암모니아의 장기 간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주된 생성원: 장 세포의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글루타미나아제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(글루타민 → 글루탐산 + NH₃; 소장), 대장 세균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우레아제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(요소 → NH₃)·아미노산 탈아미노 → 문맥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제거의 중심: 1구역 요소회로(저친화·고용량) + 3구역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글루타민 합성효소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(고친화 청소) (B01 L09, B03 L03)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간부전 시 보조 제거 — 글루타민 합성효소로 NH₃ → 글루타민 → 근감소증이 HE 위험 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글루타민 → NH₄⁺ 생성·배설;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저칼륨혈증·알칼리증 시 신장 암모니아 생성↑·NH₃ 형태로 혈중 귀환↑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요소회로 없음 → 성상세포 글루타민 합성만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신경독성 기전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성상세포 글루타민 축적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뇌로 들어온 NH₃ → 성상세포 GS → 글루타민↑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삼투성 부종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(급성 간부전) + '트로이 목마' — 글루타민이 미토콘드리아로 들어가 글루타미나아제로 다시 NH₃ 방출 → mPTP·ROS·성상세포 기능 장애.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저등급 성상세포 부종 → 알츠하이머 II형 성상세포(병리), 신호 전달 장애, 산화/질소 스트레스(RNA 산화, 단백 티로신 질화).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신경전달 변화: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GABA성 긴장 증가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성상세포 TSPO 상향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신경스테로이드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(알로프레그나놀론) 증가 → GABA_A 양성 조절, 내인성 벤조디아제핀 유사 물질 → 플루마제닐 일시 개선 근거.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글루탐산 수송 장애·NMDA 신호 변화, 세로토닌·도파민 변화(방향족 아미노산↑·BCAA↓ — 피셔 비 감소 → 가성 신경전달물질 가설).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신경독성 기전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전신 염증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감염·SIRS가 암모니아와 상승작용(같은 암모니아 수준에서 염증 있으면 HE 악화) — 미세아교세포 활성, BBB 투과성 변화.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망간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간 담즙 배설 저하 → 담창구 축적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T1 고신호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(MRI) → 파킨슨증 요소.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에너지 대사 저하, 근감소(암모니아 → 근육 미오스타틴↑·mTOR↓ → 근감소 악순환).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유발 요인과 진단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유발 요인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(명백한 HE의 약 80%에서 확인): 감염(자발성 세균성 복막염 포함),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위장관 출혈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(혈액 단백 = 고단백 식사), 이뇨제 과다·탈수,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저칼륨혈증·대사 알칼리증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변비, 벤조디아제핀·오피오이드·수면제, 저나트륨혈증, TIPS 시술, 고단백 섭취(드묾), 신부전, 간세포암·간질환 진행.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 해석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채혈: 지혈대 없이·주먹 쥐지 않고·얼음 운반·30분 내 분석(위상승 흔함).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간경변에서 암모니아는 HE 중증도와 상관이 약하고,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정상 암모니아는 HE를 의심하는 다른 원인 탐색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에 유용(높은 음성 예측도 — 정상이면 HE 가능성 낮음).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반복 측정으로 치료 반응을 쫓는 것은 권장되지 않음(급성 간부전 예후 평가는 예외).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유발 요인과 진단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저혈당, 전해질(저나트륨), 요독증, 베르니케(알코올 — 티아민), 약물 중독, 두개내 출혈(응고장애·낙상), 경련(비경련성 지속상태), 패혈성 뇌병증, 알코올 금단.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최소 HE 검사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PHES(정신측정 점수), 스트룹 앱(EncephalApp), 임계 점멸 빈도, 동물 이름 대기 검사(간단 선별).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HE 발생 자체가 간경변 예후 불량의 표지(1년 생존 ~40–50%) → 이식 평가 의뢰 신호.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유발 요인 교정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 치료, 출혈 조절, 수분·전해질(K⁺ 보충), 진정제 중단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중요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락툴로스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(비흡수 이당류)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대장 세균 발효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산성화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(NH₃ → NH₄⁺ 포획·이온 트랩), 세균 질소 흡수 증가(동화), 완하 효과(장 통과 시간↓), 우레아제 생성균 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치료·재발 예방(하루 2–3회 무른 변 목표); PEG 3350 장세척이 급성 HE에서 더 빠른 호전(HELP 시험)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리팍시민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비흡수성 항생제 → 암모니아 생성균 감소, 장 염증·LPS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락툴로스와 병용 시 재발 HE 58% 감소(Bass et al., NEJM 2010)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L-오르니틴 L-아스파르트산(LOLA)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요소회로(오르니틴)·근육 글루타민 합성(글루탐산 공급) 촉진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근거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요소회로 효소(OTC) 보조인자 — 간경변 아연 결핍 흔함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BCAA 보충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 암모니아 제거 기질, 근감소 개선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영양 보조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단백 제한 금지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(1.2–1.5 g/kg/일), 35–40 kcal/kg, 소량 잦은 식사 +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취침 전 간식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(야간 이화 방지), 식물성·유제품 단백 선호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근감소 예방 → HE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폴리에틸렌글리콜·대변 미생물 이식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장내 미생물 조절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소규모 RCT 긍정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단락 색전술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자연 단락 폐쇄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환자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간부전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ICU, 뇌부종 관리(고장성 식염수 Na 145–155, 저체온 보조), 고암모니아 → CRRT,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 간이식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간이식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근본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재발성·난치성 HE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 제거 신약(오르니틴 페닐아세테이트 — 3상 STOP-HE 결과 제한적, 경구 암모니아 흡착 미세구 AST-120·VS-01 리포솜 복막 투석)이 연구 중이다.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 미생물 공학(암모니아 소비 균주), 대변 미생물 이식 캡슐 시험이 진행 중이다.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MRS(글루타민 피크↑, 미오이노시톨↓)와 기능 연결성 영상이 MHE의 객관적 지표로 연구되고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HE는 A(급성 간부전 — 뇌부종), B(단락), C(간경변) 유형이 있으며 최소 HE부터 혼수까지 연속 스펙트럼이다.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암모니아는 장(글루타미나아제·우레아제)에서 생성되고 간·근육·신장이 처리하며, 단락·간기능 저하·알칼리증·저칼륨이 뇌 노출을 늘린다.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성상세포 글루타민 축적, GABA성 긴장 증가, 염증, 망간 축적이 신경독성을 만든다.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유발 요인(감염, 출혈, 저칼륨, 변비, 진정제) 탐색이 진단·치료의 핵심이며 암모니아는 정상일 때 음성 예측도가 유용하다.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락툴로스(+PEG)와 리팍시민, 충분한 단백 영양, 근감소 예방, 간이식이 치료의 축이다.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간경변 환자가 이뇨제 증량 후 혼동과 고정자세불능을 보였다. 혈청 K⁺ 2.9, HCO₃⁻ 32. 이 전해질 이상이 HE를 유발하는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저칼륨혈증은 신장 근위세뇨관의 암모니아 생성(글루타미나아제)을 증가시키고 신정맥으로 돌아가는 암모니아를 늘린다. 대사 알칼리증은 NH₄⁺ ⇌ NH₃ 평형을 비이온화 NH₃ 쪽으로 이동시켜 혈액뇌장벽 통과를 증가시킨다. 이뇨제 조정과 칼륨 보충, 수분 교정이 필요하다.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간성뇌병증 환자에게 단백질 섭취를 제한하지 않고 오히려 충분히 공급하는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간경변 환자는 근감소증이 흔하며 근육은 글루타민 합성으로 암모니아를 제거하는 중요한 보조 장기이다. 단백 제한은 근육 소모와 이화를 악화시켜 오히려 암모니아 처리 능력을 떨어뜨리고 예후를 나쁘게 한다. 따라서 1.2–1.5 g/kg/일 단백과 취침 전 간식을 권장한다.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락툴로스가 혈중 암모니아를 낮추는 기전 세 가지는?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대장 세균이 락툴로스를 발효해 젖산·아세트산을 만들어 대장 pH를 낮추면 NH₃가 NH₄⁺로 이온화되어 흡수되지 않고 배설된다(이온 트랩). (2) 세균 증식에 질소가 사용되어 암모니아가 세균 단백에 고정되고, 우레아제 생성균이 감소한다. (3) 삼투성 완하 효과로 장 통과 시간이 짧아져 암모니아 생성·흡수 시간이 줄어든다.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간부전의 간성뇌병증이 간경변의 간성뇌병증보다 더 위험한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급성 간부전에서는 혈중 암모니아가 빠르고 높게 상승해 성상세포가 삼투 적응(미오이노시톨 등 유기 삼투질 배출)할 시간이 없어 글루타민 축적에 의한 세포독성 부종과 두개내압 상승, 뇌탈출이 생긴다. 간경변에서는 만성적으로 적응되어 저등급 부종에 그친다. 따라서 급성 간부전은 ICU 관리와 긴급 간이식 평가가 필요하다.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Vilstrup H et al. Hepatic encephalopathy in chronic liver disease: 2014 practice guideline by AASLD and EASL. Hepatology 2014;60:715–735.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Rose CF et al. Hepatic encephalopathy: novel insights into classification, pathophysiology and therapy. J Hepatol 2020;73:1526–1547.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Bass NM et al. Rifaximin treatment in hepatic encephalopathy. N Engl J Med 2010;362:1071–1081.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B05-L08  ·  간성뇌병증과 암모니아 신경독성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Rahimi RS et al. Lactulose vs polyethylene glycol 3350–electrolyte solution for treatment of overt hepatic encephalopathy (HELP). JAMA Intern Med 2014;174:1727–1733.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European Association for the Study of the Liver. EASL Clinical Practice Guidelines on the management of hepatic encephalopathy. J Hepatol 2022;77:807–824.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