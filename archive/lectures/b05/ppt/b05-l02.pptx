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MPTP 자체는 지용성으로 BBB를 통과한 뒤 성상세포 MAO-B에 의해 MPP⁺로 전환된다. MPP⁺는 도파민 수송체(DAT)의 기질이어서 도파민 신경세포에만 선택적으로 농축되고, 미토콘드리아에 축적되어 복합체 I을 억제해 ATP 고갈과 ROS를 일으킨다.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레보도파는 대형 중성아미노산 수송체(LAT1)를 통해 장에서 흡수되고 BBB를 통과하는데, 식이 단백에서 유래한 류신·페닐알라닌 등 중성아미노산과 경쟁한다. 레보도파를 식사 30–60분 전에 복용하고, 단백질을 저녁에 몰아 먹는 단백 재분배 식이를 권한다(총 단백 섭취는 충분히 유지).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GCase 활성이 낮으면 리소좀에 글루코실세라마이드·글루코실스핑고신이 축적되어 α-시누클레인 올리고머를 안정화하고 리소좀 분해를 떨어뜨린다. 축적된 α-시누클레인은 다시 GCase의 ER에서 리소좀으로의 수송을 방해해 GCase 활성을 더 낮춘다. 그래서 GCase 활성화제·샤페론이 이 고리를 끊는 치료로 연구된다.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동물 모델·관찰 연구·소규모 시험의 긍정 신호가 대규모 시험에서 재현되지 않았다. 원인으로 진단 시점에 이미 도파민 신경 대부분이 소실된 늦은 개입, 유전·생물학적으로 이질적인 환자군, 뇌 내 표적 관여·대리 지표 부족, 동물 독소 모델의 한계가 지적되며, 전구기·생물학적 아형별 층화와 표적 관여 바이오마커가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신경퇴행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파킨슨병과 미토콘드리아·도파민 대사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Parkinson's Disease, Mitochondria and Dopamine Metabolism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흑질 도파민 신경세포의 대사적 취약성(축삭 크기, 자율 박동, Ca²⁺ 부하, 도파민 산화)을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복합체 I 결함과 환경 독소(MPTP, 로테논, 파라콰트)의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PINK1/Parkin 미토파지, LRRK2, GBA1 리소좀–지질 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도파민 합성·분해와 레보도파 치료의 약리생화학을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 대사·페로토시스, 장–뇌 축과 대사 표적 치료의 현황을 평가한다.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도파민 신경세포의 대사적 취약성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복합체 I과 환경 독소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미토파지, LRRK2, GBA1 — 소기관 품질의 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도파민 대사와 레보도파 약리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철, 페로토시스, 장–뇌 축과 대사 표적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도파민 신경세포의 대사적 취약성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흑질 치밀부(SNc) 도파민 신경세포: 하나의 신경세포가 선조체에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수십만 개 시냅스·총 수 m 길이의 비수초 축삭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막전위 유지·축삭 수송 에너지 수요 막대.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 박동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(pacemaking)을 L형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Cav1.3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Ca²⁺ 통로가 지탱 → 세포질 Ca²⁺ 부하 → 미토콘드리아 Ca²⁺ 흡수·ROS 증가 → 산화 스트레스 지속(Surmeier). 같은 도파민 세포라도 VTA는 Cav1.3 의존이 적어 덜 취약.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도파민 자체의 독성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세포질 도파민이 자가산화·MAO 대사 → H₂O₂, 도파민 퀴논(단백·GCase 변형),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뉴로멜라닌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(철 결합). VMAT2가 소포로 격리하는 것이 보호.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칼슘 결합 단백 칼빈딘 발현이 낮아 완충 능력이 약하다.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도파민 신경세포의 대사적 취약성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'기저 스트레스'에 미토콘드리아·리소좀 결함이 더해지면 선택적 소실이 일어난다는 '다중 타격' 모델.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미토콘드리아 복합체 I과 환경 독소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1982년 합성 헤로인 오염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MPTP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사건: MPTP → (성상세포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MAO-B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MPP⁺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DAT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도파민 신경세포에 선택 흡수 → 미토콘드리아 축적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복합체 I 억제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급성 파킨슨증(Langston). MAO-B 억제제가 동물에서 예방 → 셀레질린·라사길린 개발의 계기.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로테논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(살충제; 복합체 I 억제) 만성 투여 쥐 → 도파민 소실·α-시누클레인 봉입체.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파라콰트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(제초제; 산화환원 순환 ROS) — 농약 노출과 PD 위험 연관(역학),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트라이클로로에틸렌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(TCE; 캠프 르준 해병 코호트 PD 위험↑).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사후 PD 흑질·혈소판에서 복합체 I 활성 감소, 체세포 mtDNA 결실 증가.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 유전자: CHCHD2, POLG(PD 표현형), PINK1, PRKN, PARK7(DJ-1; 산화 스트레스 센서).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미토콘드리아 복합체 I과 환경 독소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복합체 I 유전적 결손 생쥐(Ndufs2 도파민 세포 결손; González-Rodríguez et al., Nature 2021)는 진행성 파킨슨 표현형을 보이며 축삭 → 세포체 순서의 퇴행을 재현.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미토파지, LRRK2, GBA1 — 소기관 품질의 축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PINK1–Parkin 미토파지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(B02 L03): 손상 미토콘드리아(막전위 소실) → PINK1이 외막에 축적 → 유비퀴틴 Ser65 인산화 → Parkin(E3) 활성 → 외막 단백 유비퀴틴화 → 자가포식 수용체(OPTN, NDP52) → 미토파지. PRKN·PINK1 열성 변이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조기발병 PD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(40세 이전; 레비소체 드묾, 긴장이상, 수면 후 호전, 레보도파 반응 좋음).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LRRK2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(가장 흔한 우성 PD 유전자; G2019S — 북아프리카·아슈케나지 유대인; 동아시아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G2385R·R1628P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위험 변이): 키나아제 과활성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Rab GTP분해효소(Rab10 등) 인산화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리소좀·엔도솜 수송·섬모 형성 장애; 미세아교세포 염증. LRRK2 억제제(BIIB122/DNL151 — 2b상 LUMA 1차 결과 실패 2025)·ASO(BIIB094) 시험.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미토파지, LRRK2, GBA1 — 소기관 품질의 축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GBA1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(B01 L08, B03 L05): 이형접합 변이가 PD 위험 5–10배(가장 흔한 유전 위험인자, PD 환자의 5–15%), 더 빠른 인지 저하. GCase 저하 → 글루코실세라마이드·글루코실스핑고신 축적 → α-시누클레인 올리고머 안정화 → 다시 GCase 수송 저해(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양방향 악순환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). GCase 활성제(BIA 28-6156; 2상), 암브록솔(샤페론; 3상 ASPro-PD), AAV-GBA1(PR001) 연구.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리소좀·소포 유전자: VPS35(레트로머), ATP13A2(쿠포-라케브 — 다가 양이온 수송), TMEM175(리소좀 K⁺ 통로), SYNJ1, DNAJC6.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미토파지, LRRK2, GBA1 — 소기관 품질의 축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(SNCA 점변이·중복·삼중복 — 용량 의존): 시냅스 소포 조절 단백 → 응집·프리온 유사 전파(브라크 병기: 장·후각 → 뇌간 → 중뇌 → 피질).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 종자 증폭 분석(SAA)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CSF·피부에서 레비 병리를 &gt;90% 정확도로 검출 → 2024 'α-시누클레인 질환' 생물학적 정의(SynNeurGe, NSD-ISS) 제안.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도파민 대사와 레보도파 약리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합성: Tyr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BH₄, Fe²⁺; 속도결정) L-DOPA → (AADC; PLP) 도파민 → VMAT2로 소포 저장. 분해: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MAO-B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(성상세포),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COMT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HVA, DOPAC (B01 L11).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레보도파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BBB의 LAT1(대형 중성아미노산 수송체)로 통과 → 남아 있는 도파민 말단·세로토닌 말단에서 도파민 전환.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카비도파/벤세라지드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말초 AADC 억제 → 구역·저혈압 감소, 뇌 도달량 증가.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식이 단백질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의 중성아미노산이 장 흡수·BBB 수송에서 경쟁 → 고단백 식사 후 효과 감소 → 단백 재분배 식이.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장내 세균(Enterococcus faecalis TyrDC)이 레보도파를 장에서 탈카복실화해 효과 감소(Maini Rekdal et al., Science 2019).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도파민 대사와 레보도파 약리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COMT 억제제(엔타카폰, 오피카폰)로 반감기 연장 — 3-O-메틸도파 경쟁 감소; MAO-B 억제제.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장기 문제: 운동 변동(wearing-off — 시냅스 전 저장 능력 상실로 짧은 반감기 노출), 이상운동증(박동적 자극 → 선조체 D1 신호 변화), 고호모시스테인혈증(COMT 메틸화로 SAM 소모 — B12·엽산).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지속 투여: 장관 겔(LCIG), 피하 포스레보도파/포스카비도파 24시간 주입(2024 승인).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비운동 증상의 대사·신경전달: 변비·기립성 저혈압(자율 — 심장 MIBG 섭취 저하), 후각 소실, REM 수면 행동장애(전구), 우울(세로토닌·노르아드레날린), 인지(콜린).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페로토시스, 장–뇌 축과 대사 표적 치료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흑질 철 증가(MRI 감수성 영상 — '제비 꼬리 징후' 소실), 뉴로멜라닌–철 복합체 → 펜톤 반응, 지질 과산화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페로토시스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취약(GPX4·GSH 감소).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철 킬레이트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데페리프론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(FAIRPARK-II): 오히려 운동 악화 → 철 제거만으로는 불충분, 도파민 합성 효소(TH)의 철 의존성 때문일 가능성.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장–뇌 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변비가 운동 증상 10–20년 선행, 미주신경 절단술 후 PD 위험 감소(덴마크·스웨덴 코호트), 장 신경계 α-시누클레인 → 미주 경로 전파(동물), 장내 미생물 단쇄지방산·염증 변화(B08 L11).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페로토시스, 장–뇌 축과 대사 표적 치료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위험·보호 요인: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(높을수록 위험↓ — 이노신으로 요산 올리는 SURE-PD3 3상 음성), 카페인(위험↓), 흡연(역상관 — 니코틴 패치 음성), 2형 당뇨(위험↑), 스타틴(혼재), 운동(위험↓·진행 지연 근거 비교적 강함).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페로토시스, 장–뇌 축과 대사 표적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코엔자임 Q10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3상(QE3) 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크레아틴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3상(NET-PD LS-1) 음성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이노신(요산)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3상 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이스라디핀(Cav1.3 차단)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3상 음성(용량 제한 가능성)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엑세나타이드(GLP-1RA)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2상 긍정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3상(Exenatide-PD3) 음성(2025)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; 릭시세나타이드 2상(LIXIPARK) 운동 악화 지연 신호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우르소데옥시콜산(미토콘드리아 보호)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2상 진행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터잘레논(PGK1 활성 → ATP↑)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근거, 시험 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철, 페로토시스, 장–뇌 축과 대사 표적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 질환 수정 시험의 반복적 실패는 (1) 이미 상당한 신경 손실 후 시작, (2) 이질적 환자군(유전·대사 아형 미구분), (3) 불충분한 표적 관여 측정 때문으로 분석되며, SAA·유전형 기반 '생물학적 아형'으로 조기·층화 시험이 설계되고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생물학적 병기(NSD-ISS: α-시누클레인 SAA 양성 + 도파민 결손 영상)를 기준으로 전구기(REM 수면 행동장애, 후각 소실) 환자를 대상으로 한 예방 시험이 시작되었다.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줄기세포 유래 도파민 전구세포 이식(bemdaneprocel 1상 — 이식 세포 생존과 18F-DOPA 흡수 증가, Nature 2025; 일본 iPSC 기반 시험)이 3상으로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복합체 I 결손이 축삭 말단부터 퇴행을 시작한다는 발견으로 '축삭 보호' 전략(SARM1 억제)이 주목받는다.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흑질 도파민 신경세포는 거대한 축삭, Cav1.3 자율 박동, 도파민 산화로 대사적 기저 스트레스가 크다.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MPTP·로테논 등 복합체 I 독소와 PD 뇌의 복합체 I 결함이 미토콘드리아 가설의 근거이다.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PINK1/Parkin(미토파지), LRRK2(Rab 인산화·리소좀), GBA1(글루코실세라마이드–α-시누클레인 악순환)은 소기관 품질 관리의 축이다.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레보도파는 LAT1로 뇌에 들어가며 카비도파·COMT·MAO-B 억제와 단백 식이·장내 세균이 효과를 좌우한다.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철·페로토시스, 장–뇌 축이 연구되나 대사 표적 질환 수정 시험은 대부분 실패했고 생물학적 아형 기반 접근이 진행 중이다.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MPTP가 도파민 신경세포만 선택적으로 손상시키는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MPTP 자체는 지용성으로 BBB를 통과한 뒤 성상세포 MAO-B에 의해 MPP⁺로 전환된다. MPP⁺는 도파민 수송체(DAT)의 기질이어서 도파민 신경세포에만 선택적으로 농축되고, 미토콘드리아에 축적되어 복합체 I을 억제해 ATP 고갈과 ROS를 일으킨다.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고단백 식사 후 레보도파 효과가 떨어지는 환자에게 설명할 기전과 조언은?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레보도파는 대형 중성아미노산 수송체(LAT1)를 통해 장에서 흡수되고 BBB를 통과하는데, 식이 단백에서 유래한 류신·페닐알라닌 등 중성아미노산과 경쟁한다. 레보도파를 식사 30–60분 전에 복용하고, 단백질을 저녁에 몰아 먹는 단백 재분배 식이를 권한다(총 단백 섭취는 충분히 유지).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GBA1 이형접합 변이와 α-시누클레인 응집의 양방향 악순환을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GCase 활성이 낮으면 리소좀에 글루코실세라마이드·글루코실스핑고신이 축적되어 α-시누클레인 올리고머를 안정화하고 리소좀 분해를 떨어뜨린다. 축적된 α-시누클레인은 다시 GCase의 ER에서 리소좀으로의 수송을 방해해 GCase 활성을 더 낮춘다. 그래서 GCase 활성화제·샤페론이 이 고리를 끊는 치료로 연구된다.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PD에서 대사 표적 약물(CoQ10, 크레아틴, 이노신, 엑세나타이드)의 3상 실패에서 얻는 교훈은?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동물 모델·관찰 연구·소규모 시험의 긍정 신호가 대규모 시험에서 재현되지 않았다. 원인으로 진단 시점에 이미 도파민 신경 대부분이 소실된 늦은 개입, 유전·생물학적으로 이질적인 환자군, 뇌 내 표적 관여·대리 지표 부족, 동물 독소 모델의 한계가 지적되며, 전구기·생물학적 아형별 층화와 표적 관여 바이오마커가 필요하다.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Poewe W et al. Parkinson disease. Nat Rev Dis Primers 2017;3:17013.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Surmeier DJ. Determinants of dopaminergic neuron loss in Parkinson's disease. FEBS J 2018;285:3657–3668.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Bloem BR, Okun MS, Klein C. Parkinson's disease. Lancet 2021;397:2284–2303.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Simuni T et al. A biological definition of neuronal α-synuclein disease: towards an integrated staging system (NSD-ISS). Lancet Neurol 2024;23:178–190.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B05-L02  ·  파킨슨병과 미토콘드리아·도파민 대사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González-Rodríguez P et al. Disruption of mitochondrial complex I induces progressive parkinsonism. Nature 2021;599:650–656.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