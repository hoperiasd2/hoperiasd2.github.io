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뇌 유래 항원이 수막 림프관을 통해 경부 심부 림프절로 배출되어 그곳에서 T·B세포에 제시될 수 있다는 것은, 자가면역 감작이 뇌 밖에서 시작될 수 있음을 뜻한다. 또한 림프관 기능을 조절하면 중추 항원 제시와 면역 반응의 강도를 바꿀 수 있어 치료 표적이 될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서파 수면 중 뇌의 세포 외 공간이 넓어지고 노르에피네프린이 감소하면서 CSF–간질액 교환과 노폐물 배출이 크게 증가한다. 실제로 하룻밤 수면 박탈 후 사람 CSF와 뇌의 아밀로이드·타우가 증가한다는 보고가 있어, 만성 수면 부족이 단백 축적을 촉진할 수 있다고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혈관 주위 배출 경로에 Aβ가 침착된 상태에서 항체가 혈관벽 아밀로이드를 제거하면 혈관벽이 일시적으로 약해지고 염증이 생겨 투과성이 증가한다. 그 결과 혈관성 부종(ARIA-E)과 미세출혈·표재성 철침착(ARIA-H)이 발생하며, APOE4 동형접합처럼 혈관 아밀로이드가 많은 경우 위험이 더 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실질 내 물질 이동이 능동적 대류라면 박동·AQP4·수면을 조절해 배출을 치료적으로 높일 수 있지만, 단순 확산이 주된 기전이라면 그러한 개입의 효과가 제한된다. 따라서 이 논쟁은 배출 촉진을 표적으로 하는 치료 전략의 타당성을 좌우하며, 사람에서의 정량 측정 기술이 해결의 열쇠이다.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B08 신경면역학과 신경퇴행질환  ·  신경면역 기초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면역 특권, 수막 림프관과 뇌 노폐물 배출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Immune Privilege, Meningeal Lymphatics and Brain Clearance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B08-L02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B08-L02  ·  면역 특권, 수막 림프관과 뇌 노폐물 배출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'면역 특권' 개념의 역사와 현대적 수정을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수막의 구조(경막·지주막·연막)와 수막 면역 생태를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수막 림프관과 경부 림프절로의 배출 경로를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림프(glymphatic) 체계의 구조·조절 인자와 논쟁점을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노폐물 배출 장애가 신경퇴행·외상·수면 장애와 연결되는 방식을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B08-L02  ·  면역 특권, 수막 림프관과 뇌 노폐물 배출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면역 특권의 재해석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수막의 구조와 면역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수막 림프관과 배출 경로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림프(glymphatic) 체계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임상적 연결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면역 특권의 재해석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B08-L02  ·  면역 특권, 수막 림프관과 뇌 노폐물 배출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고전적 근거: 뇌 실질 이식편의 거부 지연, 림프관 부재로 여겨짐, 혈액뇌장벽, MHC 발현 낮음, 상주 항원 제시 세포 부족.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현대적 수정: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뇌는 면역학적으로 '격리'된 것이 아니라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엄격히 조절·구획화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되어 있다.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CSF와 수막에는 상주 T세포·수지상세포가 있고 정상 감시가 일어난다.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수막 림프관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(2015 재발견)과 두개골 골수 통로가 뇌–면역계 소통 경로를 제공한다.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실질 내부는 여전히 면역 반응이 억제적(미세아교세포의 CD200R·CX3CR1 신호, TGF-β, Treg 우세) — 손상 시 활성화.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면역 특권의 재해석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B08-L02  ·  면역 특권, 수막 림프관과 뇌 노폐물 배출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임상적 함의: 뇌종양 면역치료(교모세포종의 '차가운' 종양 미세환경 — B09 L06), 자가면역의 개시 장소, 백신·면역치료의 중추 효과.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수막의 구조와 면역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B08-L02  ·  면역 특권, 수막 림프관과 뇌 노폐물 배출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경막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(두꺼운 섬유층; 혈관·림프관 풍부, 혈액뇌장벽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없음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 — 경막 정맥동, 수막 림프관, 상주 면역세포 다수.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지주막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(장벽층 — 치밀이음부로 경막과 CSF 공간 분리; 2023 '지주막하 림프성 막(SLYM)' 제안 — 지주막하 공간을 두 층으로 나눔).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연막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과 지주막하 공간(CSF, 혈관 주행).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수막 면역세포: 대식세포, 비만세포, 선천 림프구(ILC2), 상주 기억 T세포, B세포(두개골 골수 유래 — 수막에서 성숙·교육).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수막 T세포의 생리적 역할: IL-4·IFN-γ가 학습·사회 행동·공간 기억에 영향(면역 결핍 동물의 인지·사회성 저하) — '면역이 인지를 지원한다'는 개념.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수막의 구조와 면역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B08-L02  ·  면역 특권, 수막 림프관과 뇌 노폐물 배출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수막 염증: 다발성 경화증의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이소성 림프 소포 유사 구조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(피질하 탈수초·진행형과 연관), 수막염, 편두통(경막 삼차신경 말단·비만세포).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수막 림프관과 배출 경로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B08-L02  ·  면역 특권, 수막 림프관과 뇌 노폐물 배출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수막 림프관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(Louveau·Aspelund, 2015): 경막 정맥동(상시상·횡정맥동)과 두개저(사판·중경막동맥)를 따라 주행, LYVE-1·PROX1·VEGFR3 양성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경부 심부 림프절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 CSF·항원·면역세포 배출.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기능: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대사 노폐물·면역세포·항원의 배출 → 중추 항원이 말초 림프절에서 제시(자가면역 감작·종양 면역의 출발점).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노화에 따라 배출 기능 저하 → 동물에서 인지 저하, 아밀로이드 축적 증가;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VEGF-C로 림프관을 키우면 배출·인지 개선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(동물).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뇌종양 모델에서 수막 림프관 강화가 면역관문억제제 반응을 높임.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수막 림프관과 배출 경로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B08-L02  ·  면역 특권, 수막 림프관과 뇌 노폐물 배출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기타 배출 경로: 사판을 통한 비강 림프, 뇌신경·척수신경 주위 공간, 지주막 과립(전통적 경로 — 사람에서 상대적 기여 논쟁), 혈관 주위 '벽내 동맥 배출'(IPAD — 뇌 아밀로이드 혈관병증의 기전 가설).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림프(glymphatic) 체계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B08-L02  ·  면역 특권, 수막 림프관과 뇌 노폐물 배출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모델(Iliff·Nedergaard 2012): 동맥 박동에 따라 CSF가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동맥 주위 공간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으로 유입 → 성상세포 종말발의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AQP4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를 통해 실질을 가로지르는 대류 → 간질액과 노폐물이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정맥 주위 공간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으로 배출 → 수막 림프관·경부 림프절.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조절 인자: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수면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서파 수면 중 세포 외 공간 부피가 약 60% 증가 → 배출 급증(Xie 2013); 노르에피네프린 감소가 매개.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자세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측와위에서 배출 효율이 높다는 동물 자료.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동맥 박동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박동성이 커질수록 유입 증가(고혈압·동맥 경직은 저해).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AQP4 극성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노화·외상·뇌졸중에서 종말발 AQP4 재배치 → 배출 저하.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림프(glymphatic) 체계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B08-L02  ·  면역 특권, 수막 림프관과 뇌 노폐물 배출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아쿠아포린 유전형(AQP4 다형성)과 알츠하이머 위험 연관 보고.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논쟁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실질 내 '대류'인지 단순 확산인지, AQP4 의존성의 크기, 사람에서의 정량화 방법 — 비판적 재현 연구가 진행 중이며, 2024년에는 수면 중 노르에피네프린 진동이 혈관을 '펌프'처럼 움직여 배출을 돕는다는 기전이 제시되었다.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사람 측정: 조영제 척수강 내 투여 후 MRI(침습), 확산 기반 지표(DTI-ALPS — 해석 논란), 혈관 주위 공간 확대의 영상 표지.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임상적 연결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B08-L02  ·  면역 특권, 수막 림프관과 뇌 노폐물 배출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상황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배출과의 관계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알츠하이머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아밀로이드·타우 배출 저하; APOE4·노화·수면 부족이 배출 저하와 연관; 혈관 주위 공간 확대가 병리와 상관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뇌 아밀로이드 혈관병증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혈관 주위 배출 경로에 Aβ 침착 → 엽성 출혈·표재성 철침착; 항아밀로이드 항체의 ARIA와 직접 연결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외상성 뇌손상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AQP4 극성 소실 → 배출 50% 이상 감소(동물) → 타우 축적·CTE 가설 (B05 L07)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뇌졸중·지주막하출혈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혈관 주위 공간 폐쇄, 부종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수면 장애·수면무호흡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서파 수면 감소 → 배출 감소 → 신경퇴행 위험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정상압 수두증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CSF 역학·배출 장애 가설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편두통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피질 확산 억제 후 배출 변화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약물 전달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척수강 내 투여 약물의 실질 분포가 이 경로를 이용 — 자세·수면 상태가 분포에 영향 가능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B08-L02  ·  면역 특권, 수막 림프관과 뇌 노폐물 배출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사람에서 비침습적으로 배출을 측정하는 영상 지표의 표준화가 진행 중이며, 수면 단계와 동기화한 측정이 시도되고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수막 림프관 강화(VEGF-C, 광역학 자극)가 신경퇴행·뇌종양 면역치료의 보조 전략으로 연구된다.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두개골 골수–수막 축이 뇌졸중·수막염·신경퇴행에서 국소 면역 공급원으로 작동한다는 증거가 쌓이고 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B08-L02  ·  면역 특권, 수막 림프관과 뇌 노폐물 배출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뇌의 면역 특권은 '격리'가 아니라 구획화된 조절이며, 수막·맥락얼기·CSF에는 정상적 면역 감시가 존재한다.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경막의 수막 림프관은 CSF·항원·면역세포를 경부 심부 림프절로 배출해 뇌와 전신 면역을 연결한다.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림프 체계는 동맥 주위 유입–AQP4 매개 실질 통과–정맥 주위 배출로 노폐물을 제거하며 수면 중 크게 증가한다.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노화·외상·수면 장애·AQP4 극성 소실은 배출을 저해해 아밀로이드·타우 축적과 연결된다.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사람에서의 정량화와 대류 vs 확산 논쟁이 남아 있어 비판적 해석이 필요하다.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B08-L02  ·  면역 특권, 수막 림프관과 뇌 노폐물 배출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수막 림프관의 발견이 중추신경계 자가면역 이해에 주는 함의는?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뇌 유래 항원이 수막 림프관을 통해 경부 심부 림프절로 배출되어 그곳에서 T·B세포에 제시될 수 있다는 것은, 자가면역 감작이 뇌 밖에서 시작될 수 있음을 뜻한다. 또한 림프관 기능을 조절하면 중추 항원 제시와 면역 반응의 강도를 바꿀 수 있어 치료 표적이 될 수 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B08-L02  ·  면역 특권, 수막 림프관과 뇌 노폐물 배출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수면 부족이 알츠하이머 위험을 높일 수 있다는 가설의 생리학적 근거는?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서파 수면 중 뇌의 세포 외 공간이 넓어지고 노르에피네프린이 감소하면서 CSF–간질액 교환과 노폐물 배출이 크게 증가한다. 실제로 하룻밤 수면 박탈 후 사람 CSF와 뇌의 아밀로이드·타우가 증가한다는 보고가 있어, 만성 수면 부족이 단백 축적을 촉진할 수 있다고 본다.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B08-L02  ·  면역 특권, 수막 림프관과 뇌 노폐물 배출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 아밀로이드 혈관병증이 항아밀로이드 항체 치료의 ARIA와 관련되는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혈관 주위 배출 경로에 Aβ가 침착된 상태에서 항체가 혈관벽 아밀로이드를 제거하면 혈관벽이 일시적으로 약해지고 염증이 생겨 투과성이 증가한다. 그 결과 혈관성 부종(ARIA-E)과 미세출혈·표재성 철침착(ARIA-H)이 발생하며, APOE4 동형접합처럼 혈관 아밀로이드가 많은 경우 위험이 더 크다.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B08-L02  ·  면역 특권, 수막 림프관과 뇌 노폐물 배출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림프 체계 연구에서 '대류 대 확산' 논쟁이 중요한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실질 내 물질 이동이 능동적 대류라면 박동·AQP4·수면을 조절해 배출을 치료적으로 높일 수 있지만, 단순 확산이 주된 기전이라면 그러한 개입의 효과가 제한된다. 따라서 이 논쟁은 배출 촉진을 표적으로 하는 치료 전략의 타당성을 좌우하며, 사람에서의 정량 측정 기술이 해결의 열쇠이다.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B08-L02  ·  면역 특권, 수막 림프관과 뇌 노폐물 배출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Louveau A et al. Structural and functional features of central nervous system lymphatic vessels. Nature 2015;523:337–341.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Aspelund A et al. A dural lymphatic vascular system that drains brain interstitial fluid and macromolecules. J Exp Med 2015;212:991–999.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Iliff JJ et al. A paravascular pathway facilitates CSF flow through the brain parenchyma. Sci Transl Med 2012;4:147ra111.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B08-L02  ·  면역 특권, 수막 림프관과 뇌 노폐물 배출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Da Mesquita S et al. Functional aspects of meningeal lymphatics in ageing and Alzheimer's disease. Nature 2018;560:185–191.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Rasmussen MK, Mestre H, Nedergaard M. Fluid transport in the brain. Physiol Rev 2022;102:1025–1151.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