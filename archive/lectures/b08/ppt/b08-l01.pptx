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혈액–CSF(맥락얼기, 창문 모세혈관) → CSF → 지주막하 공간: 정상 면역 감시(CSF에 상주 기억 T세포 존재). 2. 연수막 혈관(지주막하) → 재활성화된 T세포가 실질 진입. 3. 실질 후모세혈관 정맥(혈액뇌장벽) → 염증 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같은 사이토카인이라도 중추신경계와 말초에서 기능이 다르며, TNF는 중추에서 조절 T세포 유도·재수초화·항상성 가소성 등 보호적 역할도 한다는 것을 시사한다. 따라서 전신 면역 표적을 중추 질환에 그대로 적용할 수 없고, 구획별 면역 생물학을 고려해야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나탈리주맙은 α4 인테그린(VLA-4)을 차단해 림프구가 혈관 내피에 굳게 부착·통과하는 단계를 막는다. 그 결과 중추신경계 염증은 줄지만 동시에 면역 감시도 사라져, 잠복 JC 바이러스가 올리고덴드로사이트에서 재활성화되어도 제어되지 않는다. 항JCV 항체 역가, 치료 기간, 이전 면역억제제 사용이 위험을 층화한다.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항체마다 민감도가 다르기 때문이다. 항NMDA 수용체 항체는 CSF에서 민감도와 특이도가 더 높아 혈청 음성인 경우에도 CSF 양성일 수 있고, 반대로 MOG·AQP4 항체는 혈청이 더 민감하다. 또한 혈청 단독 저역가 양성은 위양성일 수 있어 임상 표현형과 함께 해석해야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전신 염증으로 생긴 IL-1β·TNF·IL-6가 체액성 경로(뇌실주위기관·내피), 신경 경로(미주 구심), 세포 경로(혈액뇌장벽 변화)를 통해 뇌에 전달되어 미세아교세포를 활성화한다. 이미 변성으로 '준비된(primed)' 미세아교세포는 과장된 반응을 보여 시냅스 기능과 신경전달을 급격히 교란하므로 섬망이 쉽게 유발된다.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B08 신경면역학과 신경퇴행질환  ·  신경면역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신경면역학 개론: 뇌의 면역 세포와 반응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Principles of Neuroimmunology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B08-L01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선천·적응 면역의 기본 요소를 신경계 맥락에서 정리한다.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미세아교세포·경계 대식세포·성상세포의 면역 기능과 상태 전환을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중추신경계로의 면역세포 유입 경로와 장벽을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사이토카인·보체·인터페론이 신경 기능에 미치는 영향을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신경면역 질환의 분류와 진단 접근(항체, CSF, 영상)을 개관한다.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면역의 기본 요소 복습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중추신경계의 면역 세포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면역세포의 중추신경계 유입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사이토카인·보체와 신경 기능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신경면역 질환의 분류와 진단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면역의 기본 요소 복습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선천면역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패턴 인식 수용체(TLR, NLR — 인플라마좀, cGAS–STING, RIG-I/MDA5)가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PAMP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(병원체)와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DAMP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(손상 — HMGB1, ATP, mtDNA, 요산)를 인식 → NF-κB·인터페론 반응 → 사이토카인·보체·탐식.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적응면역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T세포(CD4 — MHC II, 도움/조절; CD8 — MHC I, 세포독성), B세포·형질세포(항체), 기억 세포.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CD4 T 아형: Th1(IFN-γ — 세포내 병원체·조직 손상), Th2(IL-4/5/13),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Th17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(IL-17/GM-CSF — 자가면역 탈수초의 핵심), Tfh(B세포 도움),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Treg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(FOXP3, IL-10/TGF-β — 자가 관용).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관용: 중추(흉선 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AIRE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 의한 조직 특이 항원 제시; 결손 시 APS-1), 말초(Treg, 무반응, 억제).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면역의 기본 요소 복습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보체: 고전(C1q — 항체·아폽토시스 세포), 렉틴, 대체 경로 → C3 전환효소 → C3b(옵소닌)·C3a/C5a(아나필라톡신) →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막공격복합체 C5b-9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(에쿨리주맙·라불리주맙의 표적 C5).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중추신경계의 면역 세포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두개골 골수-수막 직결 통로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(2018–2021 발견): 두개골 판간층 골수에서 미세 혈관 통로를 통해 수막으로 골수세포가 직접 공급 → 혈액을 거치지 않는 국소 면역 공급원.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중추신경계의 면역 세포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기원·위치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면역 기능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미세아교세포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난황낭, 실질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감시, 탐식, 항원 제시(제한적), 사이토카인, 시냅스 가지치기 (B07 L04)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경계 연관 대식세포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태생기 + 일부 순환 보충; 수막·혈관 주위·맥락얼기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항원 포획·제시, 유입 통제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성상세포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신경외배엽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장벽 유지, 사이토카인·케모카인 생산, 흉터, A1/A2 이분법은 폐기 — 질환별 상태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올리고덴드로사이트·OPC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MHC I 발현 가능, 면역 신호 반응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수막·맥락얼기 면역세포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수막 틈새, 두개골 골수 통로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상주 T·B세포, 수지상세포 — CSF 면역 감시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순환 유래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단핵구, T·B세포, 호중구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염증 시 유입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면역세포의 중추신경계 유입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 경로: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유입 단계: 포획(셀렉틴) → 구름 → 활성화(케모카인 — CCL19/21, CXCL12)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굳은 부착(VLA-4–VCAM-1, LFA-1–ICAM-1)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통과 → 혈관 주위 공간에서 항원 재인식 → 실질 진입.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나탈리주맙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(항-α4 인테그린, VLA-4 차단) = 다발성 경화증 치료; 면역 감시 저하 →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진행성 다초점 백질뇌병증(PML, JC 바이러스)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위험.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핀골리모드 등 S1P 조절제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림프절에서 림프구 유출 차단(B01 L08).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중추신경계 배출: 수막 림프관(상시상정맥동·횡정맥동 따라) → 경부 심부 림프절 → 항원 제시(자가면역 개시 장소 후보) (B08 L02).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사이토카인·보체와 신경 기능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IL-1β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인플라마좀 산물 — 발열(시상하부 PGE₂), 통증 감작, 수면 조절, 해마 LTP 억제(고농도) → 질병 행동(sickness behavior).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TNF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시냅스 스케일링(항상성 가소성), 과잉 시 흥분독성·탈수초; 항TNF는 류마티스에 쓰이지만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다발성 경화증은 악화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(역설) → 중추·말초 면역의 차이.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IL-6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급성기 반응, Th17 분화, 시신경척수염에서 형질아세포 생존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사트랄리주맙·토실리주맙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IFN-I(α/β)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항바이러스, 과잉 시 인터페론병증(아이카르디-구티에레); 역설적으로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IFN-β가 다발성 경화증 치료제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IFN-γ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MHC 상향, 미세아교세포 활성.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사이토카인·보체와 신경 기능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보체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발달기 시냅스 가지치기(C1q–C3–CR3), 질환에서 재활성(AD·조현병·녹내장), NMOSD·중증 근무력증의 조직 손상 매개 → C5 억제제.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'질병 행동'과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섬망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전신 감염 → 사이토카인·미주 신경 → 중추 미세아교세포 활성 → 인지·행동 변화(특히 취약한 노인·치매).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신경면역 질환의 분류와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 도구: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CSF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(세포·단백·포도당,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올리고클론 밴드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IgG 지수, 세포학, PCR, 항체), 혈청·CSF 자가항체(세포 기반 분석이 표준), MRI(조영 증강 = 장벽 붕괴), 전기생리, 종양 선별(부신생물), 조직 생검.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원칙: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항체는 혈청과 CSF를 함께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(일부는 CSF에서만 양성 — NMDAR; 일부는 혈청이 더 민감 — MOG, AQP4), 세포 기반 분석 사용, 임상 표현형과 합치할 때만 해석(위양성 주의).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신경면역 질환의 분류와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탈수초·중추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다발성 경화증, NMOSD, MOGAD, ADEM (B08 L03, L04)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자가항체 매개 뇌·시냅스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NMDAR·LGI1·CASPR2·GABA_B 뇌염 (B08 L06)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부신생물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항-Hu, Yo, Ma2, CV2 (세포 내 항원 — T세포 매개, 치료 반응 나쁨)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신경근 접합부·말초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중증 근무력증, 램버트-이튼, 길랭-바레·CIDP, MMN (B08 L05)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근육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피부근염, 다발근염, 봉입체 근염, 면역매개 괴사성 근병증(항HMGCR·SRP)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혈관·전신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중추신경계 혈관염, 신경사르코이드, 베체트, 루푸스, 쇼그렌, IgG4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감염 후·백신 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ADEM, 길랭-바레, 무도증(시덴함)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 관련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면역관문억제제 신경독성, CAR-T 관련 ICANS, 면역재구성 염증증후군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 면역의 '구획' 개념이 정교해지며, 실질·수막·맥락얼기·두개골 골수가 각기 다른 면역 생태를 가진다는 것이 밝혀졌다.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단일세포·공간 분석으로 질환별 미세아교세포·T세포 상태가 정의되어, 특정 상태만 표적하는 치료가 모색된다.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CSF 단일세포 분석이 다발성 경화증·자가면역 뇌염의 클론 확장 B·T세포를 포착해 진단·치료 반응 지표로 연구되고 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선천면역의 PRR–DAMP 인식과 적응면역의 Th1/Th17/Treg 균형이 신경면역 질환의 기본 틀이다.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미세아교세포(실질), 경계 대식세포(수막·혈관 주위), 성상세포가 중추 면역을 구성하며 두개골 골수가 국소 공급원이다.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면역세포는 맥락얼기·연수막·실질 혈관의 세 경로로 들어오며 VLA-4·S1P가 치료 표적이다.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IL-1β·TNF·IL-6·인터페론·보체는 면역뿐 아니라 시냅스·행동·인지에도 직접 작용한다.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진단은 혈청·CSF 자가항체(세포 기반 분석), 올리고클론 밴드, MRI, 전기생리와 임상 표현형의 합치로 이루어진다.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항TNF 치료가 류마티스 관절염에는 효과적이지만 다발성 경화증은 악화시킬 수 있는 사실이 시사하는 바는?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같은 사이토카인이라도 중추신경계와 말초에서 기능이 다르며, TNF는 중추에서 조절 T세포 유도·재수초화·항상성 가소성 등 보호적 역할도 한다는 것을 시사한다. 따라서 전신 면역 표적을 중추 질환에 그대로 적용할 수 없고, 구획별 면역 생물학을 고려해야 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나탈리주맙 사용 환자에서 진행성 다초점 백질뇌병증 위험이 증가하는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나탈리주맙은 α4 인테그린(VLA-4)을 차단해 림프구가 혈관 내피에 굳게 부착·통과하는 단계를 막는다. 그 결과 중추신경계 염증은 줄지만 동시에 면역 감시도 사라져, 잠복 JC 바이러스가 올리고덴드로사이트에서 재활성화되어도 제어되지 않는다. 항JCV 항체 역가, 치료 기간, 이전 면역억제제 사용이 위험을 층화한다.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자가면역 뇌염이 의심될 때 혈청만이 아니라 CSF에서도 항체를 검사해야 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항체마다 민감도가 다르기 때문이다. 항NMDA 수용체 항체는 CSF에서 민감도와 특이도가 더 높아 혈청 음성인 경우에도 CSF 양성일 수 있고, 반대로 MOG·AQP4 항체는 혈청이 더 민감하다. 또한 혈청 단독 저역가 양성은 위양성일 수 있어 임상 표현형과 함께 해석해야 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전신 감염을 앓는 치매 노인에게 섬망이 잘 생기는 신경면역학적 설명은?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전신 염증으로 생긴 IL-1β·TNF·IL-6가 체액성 경로(뇌실주위기관·내피), 신경 경로(미주 구심), 세포 경로(혈액뇌장벽 변화)를 통해 뇌에 전달되어 미세아교세포를 활성화한다. 이미 변성으로 '준비된(primed)' 미세아교세포는 과장된 반응을 보여 시냅스 기능과 신경전달을 급격히 교란하므로 섬망이 쉽게 유발된다.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Ransohoff RM, Engelhardt B. The anatomical and cellular basis of immune surveillance in the central nervous system. Nat Rev Immunol 2012;12:623–635.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Prinz M, Priller J. The role of peripheral immune cells in the CNS in steady state and disease. Nat Neurosci 2017;20:136–144.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Herisson F et al. Direct vascular channels connect skull bone marrow and the brain surface. Nat Neurosci 2018;21:1209–1217.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B08-L01  ·  신경면역학 개론: 뇌의 면역 세포와 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Dantzer R. Neuroimmune interactions: from the brain to the immune system and vice versa. Physiol Rev 2018;98:477–504.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Graus F et al. A clinical approach to diagnosis of autoimmune encephalitis. Lancet Neurol 2016;15:391–404.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