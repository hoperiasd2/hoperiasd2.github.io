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NADPH 산화효소 결함으로 호중구가 과산화수소와 그 하류 산화물을 만들지 못한다. 카탈라아제 음성 세균은 스스로 만든 과산화수소가 숙주의 미엘로페록시다아제 체계에 이용되어 살균을 보조하지만, 카탈라아제 양성 균(포도알균, 세라티아, 노카르디아, 아스페르길루스)은 자신의 과산화수소를 분해해 이 보완 경로마저 차단하므로 살균되지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두필루맙은 IL-4Rα를 차단해 IL-4와 IL-13 신호를 동시에 막는다. 두 사이토카인은 IgE 클래스 전환, 상피 장벽 단백(필라그린·로리크린) 억제, 점액 과분비, 조직 호산구 유입을 공통으로 매개하므로, 2형 염증을 공유하는 여러 장기 질환에서 효과가 나타난다.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이 질환군은 세포질 핵산 대사·감지 이상으로 I형 인터페론이 지속적으로 과생산된다. I형 IFN은 IFNAR을 통해 JAK1/TYK2-STAT1/2 경로로만 신호를 전달하므로, JAK 억제제가 하류 신호를 직접 차단해 인터페론 서명과 임상 증상을 줄일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아나필락시스 급성기의 일시적 상승과 달리, 기저 상태에서 지속적으로 높은 트립타아제(특히 &gt;20 ng/mL)는 전신 비만세포증을 시사하므로 KIT D816V 변이 검사와 골수 평가를 고려한다. 다만 유전성 알파-트립타세미아(TPSAB1 중복)로도 기저치가 높을 수 있고, 만성 신질환에서도 상승하므로 임상 맥락과 함께 해석한다.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B10 기타질환학  ·  감염과 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면역·알레르기 질환과 자가면역의 분자 기전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Molecular Mechanisms of Immune, Allergic and Autoimmune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B10-L02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선천·적응 면역의 신호 경로와 그 결함이 일으키는 질환을 연결한다.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중추·말초 자가관용의 기전과 붕괴 양상을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I형 과민반응의 분자 캐스케이드와 2형 염증 표적 치료를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자가면역질환의 분자 표적과 생물학적 제제의 작용점을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자가염증질환과 원발성 면역결핍의 진단적 사고를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 신호전달의 지도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자가관용과 그 붕괴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I형 과민반응과 2형 염증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자가면역질환의 분자 표적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자가염증질환과 면역조절 이상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 신호전달의 지도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패턴 인식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TLR(세포막 — LPS/TLR4, 플라젤린/TLR5; 엔도좀 — 핵산/TLR3·7·8·9) → MyD88/TRIF → NF-κB·IRF.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cGAS-STING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세포질 DNA를,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RIG-I/MDA5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세포질 RNA를 감지해 I형 IFN을 유도한다.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인플라마좀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NLRP3가 K⁺ 유출·리소좀 손상·미토콘드리아 ROS 등 다양한 자극을 수렴 → 카스파아제-1 → IL-1β/IL-18 성숙 + 가스데르민 D 매개 파이롭토시스.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사이토카인 수용체-JAK-STAT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IFN-γ→JAK1/2-STAT1, IL-6→JAK1-STAT3, IL-2→JAK1/3-STAT5, IL-4→STAT6. JAK 억제제의 선택성 차이가 적응증과 부작용을 설명한다.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 신호전달의 지도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T세포 활성화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TCR-CD3 → LCK → ZAP70 → LAT → PLCγ1 → (칼슘-칼시뉴린-NFAT) + (DAG-PKCθ-NF-κB) + (RAS-MAPK-AP-1); 공동자극 CD28-PI3K-mTOR, 억제 CTLA-4·PD-1.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B세포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BCR → SYK → BTK → PLCγ2; 클래스 전환과 체세포 과돌연변이는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AID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수행하고 T세포 도움(CD40L, IL-21)이 필요하다.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 신호전달의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 결함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 지점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표현형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IL2RG, JAK3, ADA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γ사슬 신호, 퓨린 대사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SCID — 중증 복합 면역결핍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BTK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B세포 발달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X-연관 무감마글로불린혈증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CD40LG, AICDA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 전환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과IgM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CYBB 등 NADPH 산화효소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호중구 호흡 폭발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육아종 질환 — 카탈라아제 양성 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STAT3(기능 획득/상실)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IL-6/IL-23 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과IgE 증후군, 면역 조절 이상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IFNGR1/2, IL12RB1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IFN-γ 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파종성 BCG·비결핵마이코박테리아 감염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FOXP3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Treg 발생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IPEX — 신생아 자가면역 다발증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자가관용과 그 붕괴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 관용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흉선 상피에서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AIRE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조직 특이 항원을 발현해 자가반응 T세포를 음성 선택하거나 Treg로 전환. AIRE 결손 → APECED(APS-1: 부갑상선저하·부신피질부족·칸디다증, 항-IFN 자가항체).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말초 관용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Treg(FOXP3, IL-10·TGF-β, CTLA-4 매개 CD80/86 제거), 무반응(anergy), 억제 수용체(PD-1, LAG-3, TIGIT), AICD.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붕괴 기전: ① 유전적 소인(HLA 대립유전자, PTPN22, CTLA4, IL23R, TYK2), ② 분자 모방(류마티스열의 M단백-심장 미오신, 기안바레의 강글리오사이드), ③ 숨은 항원 노출과 조직 손상, ④ 번역 후 변형 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시트룰린화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(류마티스관절염의 ACPA), 카르바밀화, ⑤ 핵산 감지 과활성(루푸스의 IFN 서명), ⑥ 장벽·미생물군 변화, ⑦ 호르몬·성별(여성 우세).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자가관용과 그 붕괴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HLA 연관은 단순한 통계적 연관이 아니라 펩타이드 결합 홈의 생화학이다. HLA-B27의 B 포켓, HLA-DRB1 공유 에피토프(RA)의 양전하 P4 포켓이 시트룰린화 펩타이드를 선호하는 것이 대표적 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I형 과민반응과 2형 염증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감작: 알레르겐 → 수지상세포 → Th2(IL-4·5·13) + ILC2 → B세포 클래스 전환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IgE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비만세포·호염기구 FcεRI 결합.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재노출: 가교 결합 → LYN/SYK → 즉시 분비(히스타민, 트립타아제, 헤파린) → 수분 내 두드러기·기관수축·혈관 투과성; 이어서 지질 매개체(류코트리엔 C4/D4/E4, PGD2)와 사이토카인에 의한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후기 반응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(4–12시간, 호산구·호중구 침윤).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상피 경보(알라민)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TSLP, IL-25, IL-33이 상피에서 방출되어 2형 염증을 시작 — "상피 장벽 가설"의 분자 기반. 아토피피부염의 FLG(필라그린) 결손이 대표적 장벽 결함.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I형 과민반응과 2형 염증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아나필락시스: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에피네프린 근주가 1차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(α1 혈관수축 + β2 기관확장 + β2 비만세포 매개체 억제); 항히스타민·스테로이드는 보조. 트립타아제 상승은 진단을 돕고 지속적 상승은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비만세포증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(KIT D816V)을 시사한다.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α-갈 증후군(진드기 교상 후 적색육 지연 알레르기), 운동·NSAID 보조인자 의존 아나필락시스 등 비전형 양상을 염두에 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I형 과민반응과 2형 염증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적응증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오말리주맙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유리 IgE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중증 알레르기 천식, 만성 두드러기, 식품 알레르기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메폴리주맙·레슬리주맙 / 벤랄리주맙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IL-5 / IL-5Rα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호산구성 천식, EGPA, HES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두필루맙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IL-4Rα(IL-4+IL-13)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아토피피부염, 천식, 비부비동염, EoE, COPD(호산구형)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테제펠루맙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TSLP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중증 천식(호산구 비의존 포함)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레브리키주맙·트랄로키누맙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IL-13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아토피피부염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아달리무맙 외 JAK 억제제(국소·전신)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JAK-STAT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아토피피부염, 원형탈모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자가면역질환의 분자 표적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공통 원리: 항원 특이 치료가 어려우므로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경로 차단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주류이며, 그 대가로 감염·악성종양 감시 약화가 발생한다. 치료 전 결핵·B형간염 잠복감염 선별과 예방접종이 필수다.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자가항체의 임상적 의미: 진단(항-CCP, 항-dsDNA), 활성도(항-dsDNA, ANCA 역가 — 해석 주의), 아형 예측(항-Jo1→근염-간질성 폐질환, 항-MDA5→급속 진행 ILD, 항-Scl70/센트로메어→전신경화증 아형).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자가면역질환의 분자 표적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표적 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류마티스관절염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TNF, IL-6, JAK, 활막 섬유아세포, ACPA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TNF 억제제, 토실리주맙, 아바타셉트, 리툭시맙, 토파시티닙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전신루푸스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I형 IFN, TLR7/9, B세포, 보체 소모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벨리무맙(BAFF),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아니프롤루맙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(IFNAR1), 보클로스포린(루푸스신염)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척추관절염·건선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IL-23/IL-17, TNF, HLA-B27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세쿠키누맙·익세키주맙(IL-17A), 구셀쿠맙(IL-23p19), TNF 억제제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염증성 장질환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TNF, IL-12/23, 백혈구 유입(α4β7), JAK, S1P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인플릭시맙, 우스테키누맙, 베돌리주맙, 우파다시티닙, 오자니모드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1형 당뇨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자가반응 CD8 T세포, 인슐린·GAD·IA-2 항원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테플리주맙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(항-CD3, 발병 지연)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다발성경화증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B세포·T세포 CNS 침윤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오크렐리주맙, 나탈리주맙, S1P 조절제(B08 참조)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다발근염·피부근염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I형 IFN, 보체(면역매개 괴사성)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IVIG, 리툭시맙, JAK 억제제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ANCA 혈관염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호중구 활성·보체 C5a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리툭시맙,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아바코판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(C5aR 억제)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자가면역질환의 분자 표적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표적 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쇼그렌·IgG4 관련 질환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B세포·형질세포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리툭시맙, 이네빌리주맙(IgG4-RD)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자가염증질환과 면역조절 이상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자가염증(autoinflammation)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자가항체·자가반응 T세포 없이 선천 면역 경로의 과활성으로 발생한다.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자가염증질환과 면역조절 이상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유전자·기전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가족성 지중해열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MEFV(피린)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주기적 발열·복막염, AA 아밀로이드증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콜키신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아나킨라/카나키누맙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CAPS(FCAS/MWS/NOMID)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NLRP3 기능 획득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한랭 두드러기, 난청, 무균성 수막염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IL-1 차단에 극적 반응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TRAPS, HIDS/MKD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TNFRSF1A, MVK(메발론산 경로)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주기적 발열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IL-1 차단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I형 인터페로노파시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(AGS, SAVI, STING-AI)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TREX1, ADAR1, IFIH1, TMEM173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 석회화·동상 유사 병변·폐섬유화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JAK 억제제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(바리시티닙)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디아데노신/프로테아좀 관련(DIRA, CANDLE)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IL1RN, PSMB8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무균성 골염, 지방위축성 발진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IL-1 차단, JAK 억제제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VEXAS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체세포 UBA1 변이(조혈세포)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발병 발열·연골염·대적혈구성 빈혈·골수이상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스테로이드, IL-6 차단, 이식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HLH/MAS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PRF1·UNC13D 등 또는 2차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발열·간비대·고페리틴·고트리글리세라이드·저피브리노겐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에토포시드, 에마팔루맙(IFN-γ), 아나킨라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자가염증질환과 면역조절 이상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상관: 성인 환자의 설명되지 않는 반복 발열, 높은 CRP·페리틴, 혈청 음성 염증은 감염·악성종양·결합조직질환 외에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자가염증질환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고려하게 한다. VEXAS처럼 체세포 변이로 성인기에 발병하는 범주가 밝혀지면서, 혈액-류마티스 경계 질환에 대한 유전자 검사의 역할이 커졌다. 고페리틴·저피브리노겐·간기능 이상이 함께 오면 HLH/MAS를 즉시 배제해야 한다 — 진단 지연은 치명적이다.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항원 특이 관용 유도(펩타이드·나노입자·mRNA 관용백신, CAR-Treg)가 경로 차단을 대체할 전략으로 임상 단계에 진입하고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CD19·BCMA CAR-T가 중증 불응성 루푸스·근염·전신경화증에서 심부 B세포 제거를 통한 장기 무약물 완화를 보고하고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단일세포·공간 전사체 분석이 염증 조직의 병원성 세포 아군(활막 섬유아세포, 조직 상주 기억 T세포)을 정의하며 새 표적을 제시하고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선천·적응 면역 신호 경로의 특정 결함은 예측 가능한 감염·자가면역 표현형으로 나타난다.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 관용은 AIRE, 말초 관용은 Treg와 억제 수용체가 담당하고, HLA 결합 홈의 생화학이 질환 연관을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I형 과민반응은 IgE-FcεRI 가교에서 시작하며 상피 알라민(TSLP·IL-33)이 2형 염증의 상류 표적이다.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자가면역 치료는 TNF·IL-6·IL-17/23·JAK·B세포 등 경로 차단이 주류이며 감염 선별이 전제된다.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자가염증질환은 인플라마좀·I형 IFN 과활성이 본질이며 IL-1 차단과 JAK 억제가 각각의 해답이다.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 육아종 질환 환자가 카탈라아제 양성 세균에 특히 취약한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NADPH 산화효소 결함으로 호중구가 과산화수소와 그 하류 산화물을 만들지 못한다. 카탈라아제 음성 세균은 스스로 만든 과산화수소가 숙주의 미엘로페록시다아제 체계에 이용되어 살균을 보조하지만, 카탈라아제 양성 균(포도알균, 세라티아, 노카르디아, 아스페르길루스)은 자신의 과산화수소를 분해해 이 보완 경로마저 차단하므로 살균되지 않는다.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아토피피부염에서 두필루맙이 피부·천식·비부비동염에 모두 효과적인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두필루맙은 IL-4Rα를 차단해 IL-4와 IL-13 신호를 동시에 막는다. 두 사이토카인은 IgE 클래스 전환, 상피 장벽 단백(필라그린·로리크린) 억제, 점액 과분비, 조직 호산구 유입을 공통으로 매개하므로, 2형 염증을 공유하는 여러 장기 질환에서 효과가 나타난다.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아이카르디-구티에르 증후군 같은 I형 인터페로노파시에 JAK 억제제를 쓰는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 질환군은 세포질 핵산 대사·감지 이상으로 I형 인터페론이 지속적으로 과생산된다. I형 IFN은 IFNAR을 통해 JAK1/TYK2-STAT1/2 경로로만 신호를 전달하므로, JAK 억제제가 하류 신호를 직접 차단해 인터페론 서명과 임상 증상을 줄일 수 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지속적으로 상승한 혈청 트립타아제를 어떻게 해석해야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아나필락시스 급성기의 일시적 상승과 달리, 기저 상태에서 지속적으로 높은 트립타아제(특히 &gt;20 ng/mL)는 전신 비만세포증을 시사하므로 KIT D816V 변이 검사와 골수 평가를 고려한다. 다만 유전성 알파-트립타세미아(TPSAB1 중복)로도 기저치가 높을 수 있고, 만성 신질환에서도 상승하므로 임상 맥락과 함께 해석한다.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Theofilopoulos AN et al. The multiple pathways to autoimmunity. Nat Immunol 2017;18:716–724.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Gauvreau GM et al. Targeting alarmins in asthma. N Engl J Med 2023;389:1205–1219.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Tangye SG et al. Human inborn errors of immunity: 2022 update of the IUIS classification. J Clin Immunol 2022;42:1473–1507.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B10-L02  ·  면역·알레르기 질환과 자가면역의 분자 기전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Beck DB et al. Somatic mutations in UBA1 and severe adult-onset autoinflammatory disease (VEXAS). N Engl J Med 2020;383:2628–2638.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Mackensen A et al. Anti-CD19 CAR T cell therapy for refractory systemic lupus erythematosus. Nat Med 2022;28:2124–2132.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