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막 인지질 → (cPLA₂, Ca²⁺·MAPK 활성화; 코르티코스테로이드가 아넥신-1 유도로 억제) 아라키돈산 → 세 경로.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막 인지질 → (cPLA₂, Ca²⁺·MAPK 활성화; 코르티코스테로이드가 아넥신-1 유도로 억제) 아라키돈산 → 세 경로.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아스피린은 COX를 비가역적으로 아세틸화한다. 혈소판은 핵이 없어 새 COX-1을 합성하지 못하므로 혈소판 수명(7–10일) 동안 억제가 지속된다. 내피세포는 핵이 있어 수 시간 내 COX를 재합성하므로 PGI₂ 생산이 회복된다. 또한 저용량은 문맥 순환에서 혈소판을 먼저 아세틸화하고 전신 농도는 낮다.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테이-삭스병. 헥소스아미니다아제 A(HEXA) 결손으로 GM2 강글리오사이드가 신경세포 리소좀에 축적된다(양파껍질 모양 막성 세포질 소체). 내장 침범이 없어 간비장비대가 없다는 점이 니만-피크 A와의 감별점이다.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글루코코르티코이드는 제2형 폐포세포에서 계면활성제(DPPC 합성효소, SP-B, SP-C) 생성을 유도해 태아 폐 성숙을 촉진한다. 이로써 신생아 호흡곤란증후군, 뇌실내출혈, 괴사성 장염과 사망 위험이 감소한다.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내피세포의 PGI₂(혈소판 억제·혈관확장) 생성은 상당 부분 COX-2 의존적인 반면, 혈소판 TXA₂ 생성은 COX-1에 의존한다. COX-2만 억제하면 PGI₂는 줄고 TXA₂는 유지되어 혈전 쪽으로 균형이 기운다(로페콕시브 철회 사례).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B01 의학생화학  ·  지질대사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인지질·스핑고지질·에이코사노이드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Phospholipids, Sphingolipids and Eicosanoids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B01-L08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글리세로인지질의 종류와 막 비대칭성, 폐 계면활성제의 생화학을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스핑고지질(세라마이드, 스핑고미엘린, 강글리오사이드)의 합성과 리소좀 분해 경로를 연결한다.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스핑고지질 축적병의 효소 결함과 임상상을 정리한다.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아라키돈산에서 프로스타글란딘·트롬복산·류코트리엔이 생성되는 경로와 약물 표적을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지질 매개체(S1P, 리졸빈, 엔도카나비노이드)의 신호 기능을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글리세로인지질과 막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 계면활성제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스핑고지질의 합성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스핑고지질 분해와 리소좀 축적병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에이코사노이드: 아라키돈산 대사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지질 매개체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글리세로인지질과 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구조: 글리세롤 sn-1(대개 포화지방산), sn-2(대개 불포화, 아라키돈산 저장), sn-3 인산 + 머리기.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막 비대칭성은 플리파아제(P4-ATPase; 안쪽으로), 플로파아제(ABC; 바깥으로), 스크램블라아제(TMEM16F; Ca²⁺ 의존 비특이)가 유지·해소한다.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포스포리파아제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A₁,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A₂(sn-2 → 아라키돈산 방출)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C(PIP₂ → IP₃ + DAG), D(PC → PA).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글리세로인지질과 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인지질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머리기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포스파티딜콜린(PC, 레시틴)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막의 주성분; 외엽 우세; 간에서 PEMT로 PE 메틸화도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포스파티딜에탄올아민(PE)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에탄올아민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내엽 우세; 막 곡률·융합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포스파티딜세린(PS)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내엽에 국한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; 세포자멸 시 외엽 노출 → 'eat-me' 신호, 혈소판 응고 표면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포스파티딜이노시톨(PI)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이노시톨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PIP₂ → IP₃ + DAG 신호, PIP₃(PI3K)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카디오리핀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이중 PG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 내막; 바스 증후군(TAZ) 결손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플라스말로겐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sn-1 비닐에테르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퍼옥시좀에서 합성 시작; 수초·심근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혈소판활성화인자(PAF)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sn-2 아세틸 에테르 PC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강력한 염증·혈소판 활성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글리세로인지질과 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스콧 증후군(ANO6/TMEM16F 결손)은 혈소판 PS 외엽 노출이 실패해 응고인자 복합체가 조립되지 못하는 출혈 질환이다. 항인지질항체 증후군에서는 β2-당단백 I–음전하 인지질 복합체에 대한 자가항체가 혈전을 유발한다.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폐 계면활성제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주성분: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다이팔미토일 포스파티딜콜린(DPPC, ~40%)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+ PG + 계면활성 단백질 SP-A, SP-B, SP-C, SP-D. 제2형 폐포세포의 층판소체(ABCA3)에서 분비.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폐포 표면장력을 낮춰 호기 말 폐포 허탈을 막는다(라플라스 법칙 P = 2T/r).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태아 계면활성제 합성은 임신 28–32주 이후 증가하며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코르티솔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유도한다.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호흡곤란증후군(RDS): 미숙아 계면활성제 부족 → 무기폐, 저산소혈증, 유리질막.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예방: 34주 미만 조산 위험 산모에게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산전 코르티코스테로이드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(베타메타손).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치료: 기관 내 외인성 계면활성제(포락탄트 알파 등), CPAP.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폐 계면활성제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태아 폐 성숙도: 양수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L/S 비(레시틴/스핑고미엘린) ≥ 2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PG 존재.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폐 계면활성제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모체 당뇨는 태아 고인슐린혈증이 코르티솔의 계면활성제 유도를 방해해 같은 주수에서도 RDS 위험을 높인다. SFTPB, SFTPC, ABCA3 유전 결손은 만삭아의 치명적 호흡부전이나 소아 간질성 폐질환을 일으킨다.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스핑고지질의 합성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소포체: 세린 + 팔미토일-CoA → 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세린 팔미토일전이효소 SPT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PLP) 3-케토스핑가닌 → 스핑가닌 → (세라마이드 합성효소 CerS1–6, 아실 길이 선택) 다이하이드로세라마이드 → (DES1)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세라마이드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골지: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세라마이드 + PC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스핑고미엘린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(SMS) + DAG — 수초의 주성분.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세라마이드 + UDP-포도당 → 글루코실세라마이드 → 락토실세라마이드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강글리오사이드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(GM3 → GM2 → GM1…; 시알산 함유, 신경세포막).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세라마이드 + UDP-갈락토스 → 갈락토실세라마이드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설파타이드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— 올리고덴드로사이트 수초.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스핑고지질의 합성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세라마이드–S1P 가변저항(rheostat): 세라마이드(세포자멸·인슐린 저항성) ↔ 스핑고신 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스핑고신-1-인산 S1P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(생존·이동, S1PR1–5).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스핑고지질의 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6670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SPT 변이(SPTLC1/2)가 알라닌을 기질로 쓰면 독성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데옥시스핑고지질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생겨 유전성 감각자율신경병증 1형(HSAN1)을 일으키며, 고용량 L-세린 보충으로 완화된다. 세린 결핍성 망막질환(MacTel 2)에서도 같은 기전이 확인되었다.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핀골리모드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(S1P 수용체 조절제)는 림프구가 림프절에서 빠져나오지 못하게 해 다발성경화증 재발을 줄인다(B08).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스핑고지질 분해와 리소좀 축적병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스핑고지질은 리소좀에서 비환원 말단부터 순차적으로 분해되며, 각 단계 효소의 결손이 특징적 축적병을 만든다(대부분 상염색체 열성; 파브리병은 X연관).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스핑고지질 분해와 리소좀 축적병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결손 효소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축적물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고셔병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β-글루코세레브로시다아제(GBA1)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글루코세레브로사이드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간비장비대, 범혈구감소, 골통(삼각플라스크 변형), '구겨진 휴지' 대식세포; 1형은 비신경형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니만-피크 A/B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산성 스핑고미엘리나아제(SMPD1)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스핑고미엘린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A: 신경퇴행 + 체리붉은반점 + 간비장비대 / B: 내장형(올리푸다아제 알파)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테이-삭스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헥소스아미니다아제 A (HEXA)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GM2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체리붉은반점, 놀람반응 과다, 신경퇴행;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간비장비대 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샌드호프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헥소스아미니다아제 A·B (HEXB)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GM2 + 글로보사이드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테이-삭스 + 내장 침범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파브리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α-갈락토시다아제 A (GLA, X연관)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Gb3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말단 작열통, 혈관각화종, 저발한, 단백뇨·신부전, 비대 심근병증, 뇌졸중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크라베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갈락토세레브로시다아제 (GALC)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사이코신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 과민·경직, 시신경 위축, 글로보이드 세포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이염성 백질이영양증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아릴설파타아제 A (ARSA)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설파타이드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진행성 탈수초, 말초신경병증; 아티다르사진 오토템셀(HSC 유전자치료)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산성 세라미다아제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세라마이드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관절 결절, 쉰 목소리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스핑고지질 분해와 리소좀 축적병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78308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체리붉은반점(cherry-red spot): 망막 신경절세포에 지질이 쌓여 하얗게 보이는 가운데 신경절세포가 없는 중심와만 맥락막의 붉은색이 비쳐 보이는 현상. 테이-삭스, 니만-피크 A, 샌드호프, GM1 강글리오시드증, 중심망막동맥 폐쇄에서 나타난다.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10881360" cy="178308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GBA1 이형접합 보인자는 파킨슨병 위험이 5–10배 증가한다(가장 흔한 PD 유전 위험인자). 글루코세레브로시다아제 기능 저하가 α-시누클레인 응집을 촉진하는 양방향 고리가 제시되어 GCase 활성화제가 PD 치료제로 연구된다(B05, B06 참조).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에이코사노이드: 아라키돈산 대사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사이클로옥시게나아제(COX)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COX-1(구성형; 위점막, 혈소판, 신장), COX-2(유도형; 염증, 신장·뇌에도 구성 발현) → PGG₂ → PGH₂ → 조직별 합성효소.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PGE₂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발열(시상하부 EP3), 통증 과민, 위점막 보호, 신혈류 유지, 동맥관 개방 유지.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PGI₂(프로스타사이클린)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내피; 혈관확장·혈소판 억제.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TXA₂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혈소판; 혈관수축·혈소판 응집.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PGF₂α: 자궁수축, 안압 저하(라타노프로스트).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PGD₂: 비만세포, 수면, 알레르기.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에이코사노이드: 아라키돈산 대사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5-리폭시게나아제(5-LOX; FLAP 필요)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LTA₄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LTB₄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(호중구 화학주성),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LTC₄/D₄/E₄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(시스테이닐 류코트리엔; 기관지수축, 혈관투과성 — 과거 '아나필락시스 지연 반응물질').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CYP450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에폭시게나아제·ω-수산화효소 → EET(혈관확장), 20-HETE(신장·혈관 조절).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에이코사노이드: 아라키돈산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 효과·주의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아스피린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COX-1/2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비가역 아세틸화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저용량: 혈소판(핵 없음 → 재합성 불가) TXA₂ 억제 7–10일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NSAID (이부프로펜 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COX 가역적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위궤양, 신기능 저하(PGE₂/PGI₂ 의존 상태), 동맥관 폐쇄(신생아 PDA 치료)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셀레콕시브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COX-2 선택적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위장 안전↑, 혈전 위험(PGI₂↓ vs TXA₂ 유지)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몬테루카스트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CysLT1 수용체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천식·알레르기 비염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질류톤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5-LOX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천식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알프로스타딜(PGE₁)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EP 작용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동맥관 의존성 선천심질환에서 동맥관 유지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미소프로스톨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PGE₁ 유사체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NSAID 궤양 예방, 분만 유도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에포프로스테놀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PGI₂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폐동맥고혈압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에이코사노이드: 아라키돈산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아스피린 악화 호흡기질환(AERD; Samter 삼징: 천식, 비용종, 아스피린 과민)은 COX-1 억제로 PGE₂의 제동이 사라지며 아라키돈산이 5-LOX 경로로 몰려 시스테이닐 류코트리엔이 과생산되어 발생한다.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기타 지질 매개체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특수 전염증 해소 매개체(SPM)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EPA/DHA 유래 리졸빈(E·D 시리즈), 프로텍틴, 마레신; 아라키돈산 유래 리폭신. 염증의 '능동적 해소'를 유도(호중구 유입 차단, 대식세포 탐식 촉진). 아스피린-아세틸화 COX-2는 아스피린 유발 리폭신·리졸빈을 만든다.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엔도카나비노이드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아난다마이드(AEA), 2-AG → 시냅스 후 생성 후 역행성으로 전시냅스 CB1 수용체 작용 → 신경전달물질 방출 억제. FAAH, MAGL이 분해.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리소포스파티드산(LPA)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오토탁신(ENPP2)이 생성; 섬유화·통증·암 이동.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S1P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림프구 이동, 혈관 장벽 유지, 심박 조절(S1PR1 작용제의 서맥 부작용).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질량분석 기반 지질체학(lipidomics)으로 수천 종의 지질 분자종을 정량하며, 혈장 세라마이드 비(C16:0/C24:0)가 심혈관 위험 예측 지표로 임상 검사화되었다.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리소좀 축적병 치료: 효소대체요법(ERT) → 기질감소요법(엘리글루스타트, 미글루스타트) → 샤페론(미갈라스타트; 파브리 반응성 변이) → 혈액뇌장벽 통과 ERT(트랜스페린 수용체 항체 융합 파비나페르스프 알파) → 조혈모세포/AAV 유전자 치료로 진화하고 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페로토시스: PUFA-PE의 지질 과산화가 GPX4·FSP1으로 방어되며, ACSL4가 감수성을 결정한다. 신경퇴행·허혈 손상·암 치료의 공통 기전으로 주목된다.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인지질은 막 비대칭성(PS 내엽)과 신호(PIP₂, 아라키돈산 저장)를 담당하고, DPPC는 폐 계면활성제의 핵심이다.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스핑고지질은 세린 + 팔미토일-CoA에서 시작하며 세라마이드가 중심 허브이고 S1P와 균형을 이룬다.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리소좀 스핑고지질 분해 효소 결손은 고셔·니만-피크·테이-삭스·파브리·크라베·MLD를 일으킨다.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아라키돈산은 COX(PG, TX), LOX(LT), CYP 경로로 대사되며 아스피린·NSAID·COX-2 억제제·류코트리엔 길항제의 표적이다.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염증은 리졸빈 등 SPM에 의해 능동적으로 해소된다.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저용량 아스피린이 혈소판의 TXA₂는 오래 억제하지만 내피의 PGI₂는 상대적으로 보존하는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아스피린은 COX를 비가역적으로 아세틸화한다. 혈소판은 핵이 없어 새 COX-1을 합성하지 못하므로 혈소판 수명(7–10일) 동안 억제가 지속된다. 내피세포는 핵이 있어 수 시간 내 COX를 재합성하므로 PGI₂ 생산이 회복된다. 또한 저용량은 문맥 순환에서 혈소판을 먼저 아세틸화하고 전신 농도는 낮다.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6개월 영아가 발달퇴행, 소리에 대한 과도한 놀람반응, 망막 체리붉은반점을 보이나 간비장비대는 없다. 진단과 결손 효소, 축적물은?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테이-삭스병. 헥소스아미니다아제 A(HEXA) 결손으로 GM2 강글리오사이드가 신경세포 리소좀에 축적된다(양파껍질 모양 막성 세포질 소체). 내장 침범이 없어 간비장비대가 없다는 점이 니만-피크 A와의 감별점이다.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 31주 조산이 예상되는 산모에게 베타메타손을 투여하는 생화학적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글루코코르티코이드는 제2형 폐포세포에서 계면활성제(DPPC 합성효소, SP-B, SP-C) 생성을 유도해 태아 폐 성숙을 촉진한다. 이로써 신생아 호흡곤란증후군, 뇌실내출혈, 괴사성 장염과 사망 위험이 감소한다.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COX-2 선택적 억제제가 심혈관 혈전 위험을 높일 수 있는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내피세포의 PGI₂(혈소판 억제·혈관확장) 생성은 상당 부분 COX-2 의존적인 반면, 혈소판 TXA₂ 생성은 COX-1에 의존한다. COX-2만 억제하면 PGI₂는 줄고 TXA₂는 유지되어 혈전 쪽으로 균형이 기운다(로페콕시브 철회 사례).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Vance DE, Vance JE (eds). Biochemistry of Lipids, Lipoproteins and Membranes, 6th ed. Elsevier, 2016.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Platt FM et al. Lysosomal storage diseases. Nat Rev Dis Primers 2018;4:27.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Hannun YA, Obeid LM. Sphingolipids and their metabolism in physiology and disease. Nat Rev Mol Cell Biol 2018;19:175–191.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Serhan CN. Pro-resolving lipid mediators are leads for resolution physiology. Nature 2014;510:92–101.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B01-L08  ·  인지질·스핑고지질·에이코사노이드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FitzGerald GA. Coxibs and cardiovascular disease. N Engl J Med 2004;351:1709–1711.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