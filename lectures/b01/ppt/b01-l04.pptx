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PPP(헥소스 모노포스페이트 분로)는 세포질에서 G6P를 출발점으로 NADPH와 리보스-5-인산(R5P)을 생산한다. ATP를 직접 생산하거나 소모하지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G6PD 결핍은 세계적으로 약 4–5억 명에 이르는 가장 흔한 효소 결핍이며 X연관이다. 말라리아 유행 지역(아프리카, 지중해, 동남아시아)에서 빈도가 높아 열대열원충에 대한 이형접합 보호효과로 설명된다.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과당은 과일, 꿀, 자당(포도당+과당), 고과당 옥수수시럽으로 섭취되며, 소장 GLUT5로 흡수되어 주로 간에서 대사된다.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젖당(락토스) = 포도당 + 갈락토스. 갈락토스는 르루아르(Leloir) 경로로 포도당 대사에 합류한다.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물린 세포(bite cell), 수포 세포(blister cell), 구상 적혈구가 보이고, 초생체염색(크레실 바이올렛 등)에서 하인츠 소체가 관찰된다. 혈관 내 용혈로 헤모글로빈뇨, LDH 상승, 합토글로빈 감소가 동반된다.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(1) F1P가 축적되어 세포 내 무기인산이 격리되므로 글리코겐 포스포릴라아제(인산 필요)가 작동하지 못해 글리코겐 분해가 억제된다. (2) F1P가 알돌라아제 B 역반응과 FBPase를 억제하고 ATP 고갈로 포도당신생도 억제된다. 이에 더해 인산 고갈로 AMP가 탈아미노화되어 요산이 증가한다.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고전적 갈락토스혈증(GALT 결핍). 즉시 모유·유당 함유 분유를 중단하고 대두 분유 등 무유당 분유로 바꾸며 패혈증을 치료한다. 적혈구 GALT 활성 측정과 GALT 유전자 검사로 확진한다.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용혈성 빈혈(적혈구 수명 단축), 최근 수혈 또는 출혈, 철결핍 치료 후 망상적혈구 증가, 임신, 에리트로포이에틴 치료, 일부 혈색소 변이체(측정법 의존).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B01 의학생화학  ·  당대사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오탄당인산경로, 과당·갈락토스 대사와 당대사 통합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Pentose Phosphate Pathway, Fructose/Galactose Metabolism and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B01-L04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B01-L04  ·  오탄당인산경로, 과당·갈락토스 대사와 당대사 통합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오탄당인산경로(PPP)의 산화기·비산화기와 NADPH의 생리적 용도를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G6PD 결핍증의 유전·유발요인·용혈 기전을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과당·갈락토스 대사 경로와 유전성 과당불내성, 고전적 갈락토스혈증의 병태생리를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폴리올(소르비톨) 경로와 당뇨 합병증, 최종당화산물(AGE)의 기전을 이해한다.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간·근육·지방·뇌의 당대사 분업을 섭식-공복 주기 속에서 통합한다.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B01-L04  ·  오탄당인산경로, 과당·갈락토스 대사와 당대사 통합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오탄당인산경로의 구조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NADPH의 생리적 역할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G6PD 결핍증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과당 대사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갈락토스 대사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6.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폴리올 경로, 당화, 당뇨 합병증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7.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당대사의 장기 간 통합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오탄당인산경로의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B01-L04  ·  오탄당인산경로, 과당·갈락토스 대사와 당대사 통합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산화기(비가역)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G6P → (G6PD, 속도결정, NADP⁺ → NADPH) 6-포스포글루코노락톤 → 6-포스포글루콘산 → (6-PGD, NADPH, CO₂) 리불로스-5-인산.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비산화기(가역)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이성질화효소·에피머화효소,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트랜스케톨라아제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(TPP 필요, 2탄소 이동), 트랜스알돌라아제(3탄소 이동)가 R5P와 해당과정 중간산물(F6P, GAP)을 상호 전환.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조절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G6PD는 NADP⁺/NADPH 비에 의해 조절된다(NADPH가 강력히 억제). 인슐린이 발현을 유도한다.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오탄당인산경로의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B01-L04  ·  오탄당인산경로, 과당·갈락토스 대사와 당대사 통합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세포 요구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경로 운용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NADPH ≫ R5P (지방조직, 간)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산화기 + 비산화기로 R5P를 해당 중간산물로 되돌림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NADPH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R5P ≫ NADPH (분열세포)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비산화기 역방향으로 F6P·GAP → R5P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리보스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NADPH와 R5P 모두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산화기 위주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둘 다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NADPH + ATP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산화기 + 비산화기 → 해당과정 → 피루브산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NADPH, ATP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오탄당인산경로의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B01-L04  ·  오탄당인산경로, 과당·갈락토스 대사와 당대사 통합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1938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적혈구 트랜스케톨라아제 활성(TPP 첨가 시 활성 증가율)은 티아민 결핍을 평가하는 고전적 기능검사이다.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NADPH의 생리적 역할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B01-L04  ·  오탄당인산경로, 과당·갈락토스 대사와 당대사 통합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환원적 생합성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지방산, 콜레스테롤, 스테로이드 호르몬, 데옥시리보뉴클레오타이드(티오레독신 환원효소 경유).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항산화 방어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글루타티온 환원효소가 GSSG → 2 GSH, GSH는 글루타티온 과산화효소로 H₂O₂ 제거. 적혈구에서 NADPH의 유일 공급원이 PPP다.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활성산소 생성(면역)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호중구 NADPH 산화효소(NOX2)가 호흡 폭발로 O₂•⁻ 생성 → 미엘로퍼옥시다아제가 HOCl 생성.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시토크롬 P450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약물·독소 수산화, 스테로이드 합성(NADPH-P450 환원효소).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산화질소 합성효소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L-아르기닌 → NO + 시트룰린.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다른 NADPH 공급원: 말산효소, 세포질 IDH1, 미토콘드리아 NNT, 엽산 경로의 MTHFD.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NADPH의 생리적 역할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B01-L04  ·  오탄당인산경로, 과당·갈락토스 대사와 당대사 통합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9304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만성육아종병(CGD)은 NOX2 소단위(CYBB, X연관이 약 2/3) 결핍으로 카탈라아제 양성 균(황색포도알균, 아스페르길루스, 버크홀데리아, 세라티아, 노카르디아)에 반복 감염된다. 다이하이드로로다민(DHR) 유세포 검사로 진단한다.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G6PD 결핍증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B01-L04  ·  오탄당인산경로, 과당·갈락토스 대사와 당대사 통합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기전: 산화 스트레스 → GSH 고갈 → 헤모글로빈 시스테인 산화 → 변성 Hb 응집(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하인츠 소체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) → 비장 대식세포가 제거(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물린 세포 bite cell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) → 혈관 내·외 용혈.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유발 요인: 감염(가장 흔함),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잠두(파바콩; 바이신·콘바이신)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약물 — 프리마퀸·타페노퀸, 다프손, 라스부리카아제, 설폰아마이드 일부, 나이트로푸란토인, 메틸렌블루, 고용량 비타민 C.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변이: G6PD A⁻(아프리카, 경증 WHO III), 지중해형(중증 II), 신 WHO 분류(2022)는 효소 활성 범주 A–C로 재정리.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진단 함정: 급성 용혈 직후 망상적혈구(효소 활성이 높음)가 많아 위음성이 나올 수 있으므로 2–3개월 후 재검한다.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G6PD 결핍증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B01-L04  ·  오탄당인산경로, 과당·갈락토스 대사와 당대사 통합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562100"/>
          </a:xfrm>
          <a:prstGeom prst="rect">
            <a:avLst/>
          </a:prstGeom>
          <a:solidFill>
            <a:srgbClr val="FFF5D6"/>
          </a:solidFill>
          <a:ln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9A6B00"/>
                </a:solidFill>
                <a:latin typeface="Malgun Gothic"/>
                <a:ea typeface="Malgun Gothic"/>
                <a:cs typeface="Malgun Gothic"/>
              </a:rPr>
              <a:t>핵심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메트헤모글로빈혈증 치료제 메틸렌블루는 NADPH 의존 환원효소가 필요하므로 G6PD 결핍 환자에게는 효과가 없고 오히려 용혈을 유발한다. 이때는 아스코르브산·교환수혈을 고려한다.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025140"/>
            <a:ext cx="10881360" cy="15621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신생아 G6PD 결핍은 간 빌리루빈 포합 저하(UGT1A1 길버트 다형성과 상호작용)와 맞물려 핵황달 위험이 크다. 말라리아 근치를 위한 프리마퀸·타페노퀸 투여 전 G6PD 정량검사가 권고된다.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과당 대사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B01-L04  ·  오탄당인산경로, 과당·갈락토스 대사와 당대사 통합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간: 과당 → (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과당키나아제 KHK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) 과당-1-인산(F1P) → (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알돌라아제 B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) DHAP + 글리세르알데하이드 → 해당/신생/지질 합성.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PFK-1 조절점을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우회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하므로 대량 섭취 시 무조절적으로 아세틸-CoA·글리세롤 골격을 공급해 간 지방 합성과 중성지방 증가, 요산 상승(ATP → AMP → 요산)을 일으킨다.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근육·지방: 헥소키나아제로 F6P (과당 친화도 낮음).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과당 대사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B01-L04  ·  오탄당인산경로, 과당·갈락토스 대사와 당대사 통합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결손 효소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임상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본태성 과당뇨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과당키나아제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과당이 대사되지 않고 소변 배설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무증상(환원당 양성)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유전성 과당불내성(HFI)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알돌라아제 B (ALDOB)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F1P 축적 → Pi 격리 → ATP 고갈, 글리코겐 포스포릴라아제·과당-1,6-이인산가수분해효소 억제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이유식(과일) 도입 후 구토, 저혈당, 간부전, 신세뇨관 손상; 단 음식 혐오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과당-1,6-이인산가수분해효소 결핍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FBPase-1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포도당신생 장애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공복 저혈당 + 젖산산증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과당 대사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B01-L04  ·  오탄당인산경로, 과당·갈락토스 대사와 당대사 통합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5621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HFI 진단 후에는 과당·자당·소르비톨을 평생 제한한다.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소르비톨 함유 약물·수액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도 금기이며, 성인이 되어 진단되지 않은 HFI 환자가 소르비톨 수액으로 사망한 보고가 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갈락토스 대사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B01-L04  ·  오탄당인산경로, 과당·갈락토스 대사와 당대사 통합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갈락토스 → (갈락토키나아제 GALK) 갈락토스-1-인산(Gal-1-P) → (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GALT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UDP-포도당과 교환) UDP-갈락토스 + G1P → (UDP-갈락토스 4-에피머화효소 GALE) UDP-포도당.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UDP-갈락토스는 젖샘의 락토스 합성(락토스 합성효소 = 갈락토실전이효소 + α-락트알부민), 당단백·당지질 합성에 필수이므로 갈락토스가 없어도 GALE로 자체 생성한다.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백내장 기전: 알도스 환원효소가 갈락토스를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갈락티톨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로 환원 → 수정체에 삼투 축적.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갈락토스 대사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B01-L04  ·  오탄당인산경로, 과당·갈락토스 대사와 당대사 통합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결손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소견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고전적 갈락토스혈증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GALT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수유 수일 내 구토, 황달, 간부전,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대장균 패혈증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백내장, 신세뇨관 손상; 장기적으로 지적장애·조기난소부전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갈락토키나아제 결핍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GALK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백내장(갈락티톨 축적)이 주 증상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에피머화효소 결핍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GALE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대부분 말초형(적혈구 한정) 양성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갈락토스 대사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B01-L04  ·  오탄당인산경로, 과당·갈락토스 대사와 당대사 통합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9304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고전적 갈락토스혈증은 신생아 선별검사 대상이며 즉시 유당 제거(대두 분유)를 시행한다. 그러나 식이 조절 후에도 내인성 갈락토스 생성 때문에 언어장애·조기난소부전 등 장기 합병증이 상당수에서 남는다 → 알도스 환원효소 억제제(govorestat)가 연구 중이다.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폴리올 경로, 당화, 당뇨 합병증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B01-L04  ·  오탄당인산경로, 과당·갈락토스 대사와 당대사 통합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폴리올 경로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포도당 → (알도스 환원효소, NADPH) 소르비톨 → (소르비톨 탈수소효소, NAD⁺) 과당. 인슐린 비의존적 포도당 유입 조직(수정체, 망막, 신경 슈반세포, 신사구체)에서 고혈당 시 활성화.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소르비톨은 막 투과성이 낮아 축적 → 삼투 손상; NADPH 소모 → GSH 재생 저하 → 산화 스트레스; NADH/NAD⁺↑ → 가성저산소.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비효소적 당화(Maillard 반응)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포도당의 알데하이드기가 단백질 리신 아미노기와 쉬프 염기 → 아마도리 산물(예: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HbA1c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) → 최종당화산물(AGE).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HbA1c는 적혈구 수명(~120일)을 반영해 2–3개월 평균 혈당 지표가 된다. 용혈, 수혈, 철결핍, 신부전, 혈색소변이에서 왜곡된다(대안: 프럭토사민, 연속혈당측정 TIR).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폴리올 경로, 당화, 당뇨 합병증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B01-L04  ·  오탄당인산경로, 과당·갈락토스 대사와 당대사 통합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2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20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AGE–RAGE 결합 → NF-κB 활성화 → 염증·섬유화; 콜라겐 가교 → 혈관 경직.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Brownlee의 통합 가설: 고혈당 → 미토콘드리아 과산화물 과생산 → GAPDH 억제 → 상류 중간산물이 폴리올, 헥소사민, PKC(DAG), AGE 4개 경로로 범람.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07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당대사의 장기 간 통합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B01-L04  ·  오탄당인산경로, 과당·갈락토스 대사와 당대사 통합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인슐린/글루카곤 비가 간 대사 방향을 정하는 '스위치'이며, 근육은 인슐린과 수축, 지방조직은 인슐린과 카테콜아민이 조절한다.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07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당대사의 장기 간 통합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B01-L04  ·  오탄당인산경로, 과당·갈락토스 대사와 당대사 통합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기관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식후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공복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글리코겐 합성, 지방 합성, 해당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글리코겐 분해, 포도당신생, 케톤체 생성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혈당의 '완충 장치'; 케톤체를 스스로 쓰지 못함(SCOT 없음)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골격근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GLUT4로 포도당 흡수, 글리코겐 저장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지방산·케톤 산화, 아미노산(알라닌·글루타민) 방출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G6Pase 없음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지방조직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포도당 → 글리세롤-3-인산, LPL로 TG 저장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HSL/ATGL 지방분해 → 유리지방산·글리세롤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렙틴·아디포넥틴 분비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포도당(~120 g/일)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장기 공복 시 케톤체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지방산은 거의 산화하지 않음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적혈구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해당과정 전용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동일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젖산 → 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신장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–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포도당신생(장기 공복), 글루타민 대사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SGLT2 재흡수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07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당대사의 장기 간 통합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B01-L04  ·  오탄당인산경로, 과당·갈락토스 대사와 당대사 통합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930400"/>
          </a:xfrm>
          <a:prstGeom prst="rect">
            <a:avLst/>
          </a:prstGeom>
          <a:solidFill>
            <a:srgbClr val="FFF5D6"/>
          </a:solidFill>
          <a:ln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9A6B00"/>
                </a:solidFill>
                <a:latin typeface="Malgun Gothic"/>
                <a:ea typeface="Malgun Gothic"/>
                <a:cs typeface="Malgun Gothic"/>
              </a:rPr>
              <a:t>핵심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당뇨병의 고혈당은 '포도당 과잉 생산(간 인슐린 저항성) + 말초 흡수 저하(근육 인슐린 저항성) + 지방분해 억제 실패(지방 인슐린 저항성) + β세포 기능 저하'의 합작이다(DeFronzo의 'ominous octet').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B01-L04  ·  오탄당인산경로, 과당·갈락토스 대사와 당대사 통합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장관(소장)도 과당을 대사하여 간을 보호하는 '과당 방패' 역할을 하며, 소장 처리 용량을 초과한 과당이 간과 대장 미생물로 넘어간다(Jang et al., Cell Metab 2018). KHK 억제제가 MASLD 치료제로 임상시험되었다.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PPP 플럭스는 종양에서 NRF2 활성화·KEAP1 변이와 연결되며, 페로토시스(지질 과산화 세포사) 저항성과 직결된다.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기계학습 기반 연속혈당측정(CGM) 데이터 분석으로 개인별 식후 혈당 반응(장내 미생물·수면 등 영향)을 예측하는 정밀영양 연구가 진행 중이다.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B01-L04  ·  오탄당인산경로, 과당·갈락토스 대사와 당대사 통합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PPP는 G6PD가 조절하며 NADPH(생합성·항산화·면역)와 R5P(핵산)를 공급한다.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G6PD 결핍은 X연관이며 감염·잠두·산화 약물에 의해 하인츠 소체성 용혈을 일으키고, 메틸렌블루가 금기이다.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과당은 PFK-1을 우회해 지질 합성을 촉진하며, 알돌라아제 B 결핍(HFI)은 F1P 축적과 인산 고갈로 저혈당·간손상을 일으킨다.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고전적 갈락토스혈증(GALT)은 신생아 간부전·대장균 패혈증·백내장을 일으키며 신생아 선별검사 대상이다.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고혈당은 폴리올·AGE·PKC·헥소사민 경로를 통해 미세혈관 합병증을 만든다.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B01-L04  ·  오탄당인산경로, 과당·갈락토스 대사와 당대사 통합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G6PD 결핍 환자가 말라리아 치료로 프리마퀸을 복용한 후 흑색뇨와 황달이 생겼다. 말초혈액 도말과 특수염색에서 예상되는 소견은?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물린 세포(bite cell), 수포 세포(blister cell), 구상 적혈구가 보이고, 초생체염색(크레실 바이올렛 등)에서 하인츠 소체가 관찰된다. 혈관 내 용혈로 헤모글로빈뇨, LDH 상승, 합토글로빈 감소가 동반된다.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B01-L04  ·  오탄당인산경로, 과당·갈락토스 대사와 당대사 통합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유전성 과당불내성 환자가 과당 섭취 후 저혈당이 생기는 기전을 두 가지 설명하라.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(1) F1P가 축적되어 세포 내 무기인산이 격리되므로 글리코겐 포스포릴라아제(인산 필요)가 작동하지 못해 글리코겐 분해가 억제된다. (2) F1P가 알돌라아제 B 역반응과 FBPase를 억제하고 ATP 고갈로 포도당신생도 억제된다. 이에 더해 인산 고갈로 AMP가 탈아미노화되어 요산이 증가한다.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B01-L04  ·  오탄당인산경로, 과당·갈락토스 대사와 당대사 통합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신생아가 모유 수유 5일째 구토, 황달, 간비대를 보이며 대장균 패혈증이 발생했다. 가장 가능성 높은 진단과 즉각적 조치는?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고전적 갈락토스혈증(GALT 결핍). 즉시 모유·유당 함유 분유를 중단하고 대두 분유 등 무유당 분유로 바꾸며 패혈증을 치료한다. 적혈구 GALT 활성 측정과 GALT 유전자 검사로 확진한다.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B01-L04  ·  오탄당인산경로, 과당·갈락토스 대사와 당대사 통합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HbA1c가 실제 평균 혈당보다 낮게 측정될 수 있는 상황 세 가지를 들라.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용혈성 빈혈(적혈구 수명 단축), 최근 수혈 또는 출혈, 철결핍 치료 후 망상적혈구 증가, 임신, 에리트로포이에틴 치료, 일부 혈색소 변이체(측정법 의존).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B01-L04  ·  오탄당인산경로, 과당·갈락토스 대사와 당대사 통합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Luzzatto L, Ally M, Notaro R. Glucose-6-phosphate dehydrogenase deficiency. Blood 2020;136:1225–1240.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Brownlee M. The pathobiology of diabetic complications: a unifying mechanism. Diabetes 2005;54:1615–1625.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Welling L et al. International clinical guideline for the management of classical galactosemia. J Inherit Metab Dis 2017;40:171–176.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B01-L04  ·  오탄당인산경로, 과당·갈락토스 대사와 당대사 통합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Jang C et al. The small intestine converts dietary fructose into glucose and organic acids. Cell Metab 2018;27:351–361.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Stincone A et al. The return of metabolism: biochemistry and physiology of the pentose phosphate pathway. Biol Rev 2015;90:927–963.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