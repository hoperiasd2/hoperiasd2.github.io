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지방산 합성은 주로 간·지방조직·수유 중 유선의 세포질에서 일어난다. 원료인 아세틸-CoA는 미토콘드리아에서 만들어지므로 시트르산 형태로 수출된다.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포유류 FAS는 7개 촉매 영역과 아실운반단백(ACP; 판테테인 팔)을 가진 거대 다기능 동종이량체이다. 한 번에 2탄소씩 7회 반복해 팔미트산(C16:0)을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인슐린이 ACC를 탈인산화·활성화하고 시트르산이 알로스테릭 활성화하여 말로닐-CoA가 증가한다. 말로닐-CoA는 CPT1을 억제해 장쇄 아실-CoA의 미토콘드리아 진입을 막으므로 새로 합성된 지방산이 곧바로 산화되는 헛순환을 방지한다.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필수지방산(리놀레산·α-리놀렌산) 결핍이다. 결핍 시 올레산으로부터 미드산(20:3 n-9, 트라이엔)이 합성되고 아라키돈산(테트라엔)이 감소하므로 혈장 트라이엔/테트라엔 비가 0.2 이상으로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MTP 결손으로 ApoB 함유 지단백(킬로미크론·VLDL)이 만들어지지 않아 지용성 비타민, 특히 비타민 E의 흡수·운반이 실패하므로 척수소뇌 변성·말초신경병증·망막병증이 생긴다. 고용량 비타민 E(및 A, D, K) 보충과 저지방식(장쇄지방 제한)이 치료이다.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지방조직이 없어 식후 지방산과 중성지방을 안전하게 저장할 곳이 없고 렙틴·아디포넥틴이 결핍되므로 지질이 간·근육에 이소성 축적되어 지질독성으로 인슐린 저항성이 생긴다. 메트렐렙틴 치료로 개선된다.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지질대사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지방산·중성지방 합성과 지방조직 생물학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Lipogenesis, Triacylglycerol Synthesis and Adipose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B01-L06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시트르산 셔틀과 아세틸-CoA 카복실화효소(ACC), 지방산 합성효소(FAS)의 반응·조절을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신장·불포화화와 필수지방산의 개념을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중성지방·인지질 합성의 공통 경로(포스파티드산)와 간에서의 VLDL 분비를 연결한다.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SREBP-1c·ChREBP·LXR·PPARγ 등 지질 합성 전사 조절을 이해한다.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백색·갈색·베이지 지방과 아디포카인의 기능, 지방이영양증의 의미를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탄소 공급: 시트르산 셔틀과 NADPH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아세틸-CoA 카복실화효소(ACC): 속도결정 단계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합성효소(FAS)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신장, 불포화화, 필수지방산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중성지방과 글리세로인지질의 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 합성의 전사 조절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지방조직: 저장고이자 내분비 기관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탄소 공급: 시트르산 셔틀과 NADPH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미토콘드리아: 아세틸-CoA + OAA → 시트르산 → (트라이카복실산 운반체) 세포질.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세포질: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ATP-시트르산 분해효소(ACLY)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시트르산 → 아세틸-CoA + OAA (ATP 소모).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OAA → 말산 → (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말산효소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NADPH 생성) 피루브산 → 미토콘드리아 복귀.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NADPH 공급: 오탄당인산경로(약 60%), 말산효소, 세포질 IDH1.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탄소 공급: 시트르산 셔틀과 NADPH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45161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섭식 상태의 고에너지 신호(시트르산↑, ATP↑)는 TCA 회로 IDH를 억제해 시트르산을 쌓고, 축적된 시트르산은 세포질로 나가 ACC를 활성화한다. 즉 '남는 탄수화물 → 지방' 전환이 자동으로 이루어진다.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1465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ACLY 억제제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벰페도산(bempedoic acid)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간에서만 활성화(ACSVL1)되는 전구약물로 콜레스테롤 합성을 줄여 LDL-C를 낮추며, 근육에서 활성화되지 않아 스타틴 근육통이 적다. CLEAR Outcomes 시험에서 심혈관 사건을 감소시켰다.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아세틸-CoA 카복실화효소(ACC): 속도결정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반응: 아세틸-CoA + HCO₃⁻ + ATP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말로닐-CoA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(비오틴 보조인자).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이소형: ACC1(세포질, 지방 합성), ACC2(미토콘드리아 외막, 말로닐-CoA로 CPT1 억제).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알로스테릭: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시트르산 활성화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(중합체화), 장쇄 아실-CoA(팔미토일-CoA) 억제.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인산화: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AMPK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(에너지 부족)와 PKA(글루카곤)가 인산화 → 불활성. 인슐린은 PP2A로 탈인산화 → 활성.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전사: 탄수화물 섭취 → SREBP-1c, ChREBP가 ACC·FAS 유도. 다중불포화지방산은 SREBP-1c 억제.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아세틸-CoA 카복실화효소(ACC): 속도결정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말로닐-CoA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합성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β-산화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탄수화물 식후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 (CPT1 억제)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불활성 (PKA)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불활성 (AMPK)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합성효소(FAS)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반응 주기: 적재(아세틸 → KS 시스테인; 말로닐 → ACP) → ① 축합(β-케토아실 합성효소,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CO₂ 방출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구동력) → ② 환원(NADPH) → ③ 탈수 → ④ 환원(NADPH) → 반복 → 티오에스터라아제로 팔미트산 방출.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총반응: 아세틸-CoA 1 + 말로닐-CoA 7 + NADPH 14 + H⁺ 14 → 팔미트산 + CO₂ 7 + NADP⁺ 14 + CoA 8 + H₂O 6. 말로닐-CoA 7개를 만드는 데 ATP 7이 추가로 소모된다.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β-산화와의 비교: 위치(세포질 vs 미토콘드리아), 운반체(ACP vs CoA), 환원당량(NADPH vs FAD/NAD⁺), 입체(D-3-하이드록시 vs L-3-하이드록시), 2탄소 공여체(말로닐-CoA vs 아세틸-CoA 방출).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지방산 합성효소(FAS)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지방산 합성효소는 많은 암(유방, 전립선)에서 과발현되며 FASN 억제제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덴포글라스타트(TVB-2640)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MASH 및 교모세포종 임상시험에서 시험되었다. 항결핵제 이소니아지드는 결핵균 II형 FAS(InhA)를 억제해 미콜산 합성을 막는다.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신장, 불포화화, 필수지방산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신장(elongation)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소포체 ELOVL 효소가 말로닐-CoA로 2탄소씩 연장(C16 → C18 → C20…). 뇌의 초장쇄 지방산은 수초 스핑고지질에 중요하다.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불포화화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소포체 지방산 불포화효소가 산소·NADH·사이토크롬 b5를 이용.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SCD1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(Δ9): 스테아르산(C18:0) → 올레산(C18:1 n-9). 간 지방 축적·인슐린 저항성과 연관.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FADS2(Δ6), FADS1(Δ5): 필수지방산에서 장쇄 다중불포화지방산 합성.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사람은 Δ9 이후(메틸 말단 쪽) 이중결합을 만들지 못하므로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리놀레산(LA, 18:2 n-6)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α-리놀렌산(ALA, 18:3 n-3)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필수지방산이다.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신장, 불포화화, 필수지방산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n-6: LA → γ-리놀렌산 → 다이호모-γ-리놀렌산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아라키돈산(AA, 20:4)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프로스타글란딘 2계열, 류코트리엔 4계열.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n-3: ALA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EPA(20:5)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DHA(22:6)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. 전환 효율이 낮아(&lt;10%) 식이 섭취가 중요. DHA는 망막 광수용체·시냅스 막에 풍부.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결핍 증상: 비늘 모양 피부염, 탈모, 성장 지연, 상처 치유 지연(장기 무지질 TPN에서 발생; 트라이엔/테트라엔 비 &gt; 0.2).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신장, 불포화화, 필수지방산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미숙아에서 DHA·AA 보충은 시각·인지 발달을 위해 조제분유에 첨가된다. 고용량 정제 EPA(이코사펜트 에틸)는 REDUCE-IT 시험에서 고중성지방혈증 환자의 심혈관 사건을 줄였으나, 위약(광유) 논란과 심방세동 증가가 함께 보고되었다.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중성지방과 글리세로인지질의 합성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글리세롤-3-인산 공급: 간·신장은 글리세롤 키나아제, 지방조직은 해당과정 DHAP의 환원(G3P 탈수소효소). 공복 지방조직은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글리세롤신생(glyceroneogenesis; PEPCK 경유)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으로 FFA 재에스터화를 유지한다.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경로: G3P → (GPAT) 리소포스파티드산 → (AGPAT)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포스파티드산(PA)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리핀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PA 포스파타아제) DAG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DGAT1/2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 TG.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PA와 DAG는 인지질 합성의 분기점: DAG + CDP-콜린 → PC, DAG + CDP-에탄올아민 → PE, PA → CDP-DAG → PI, PG, 카디오리핀.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소장: 2-모노아실글리세롤 경로(MGAT)로 흡수 지방을 TG로 재합성 → 킬로미크론.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중성지방과 글리세로인지질의 합성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간: TG + ApoB-100 + 콜레스테롤 + 인지질을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MTP(미세소체 중성지방 전달단백)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조립해 VLDL로 분비.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중성지방과 글리세로인지질의 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MTP 결손(MTTP)은 무베타지단백혈증(abetalipoproteinemia)을 일으켜 지방흡수장애, 지용성비타민(특히 E) 결핍, 극세포증(acanthocytosis), 척수소뇌 운동실조, 색소망막병증이 나타난다. MTP 억제제 로미타파이드는 동형접합 가족성 고콜레스테롤혈증 치료에 쓰이지만 간 지방증을 유발한다.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합성의 전사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'선택적 인슐린 저항성' 역설: 2형 당뇨·비만에서 간은 인슐린의 포도당신생 억제(FOXO1 경로)에는 저항하면서 지방 합성 촉진(SREBP-1c)에는 여전히 반응해 고혈당과 고중성지방혈증이 공존한다.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지질 합성의 전사 조절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전사인자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 신호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SREBP-1c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인슐린(mTORC1), LXR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ACC, FAS, SCD1, ELOVL6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인슐린 저항성에서도 지속 활성 → '선택적 인슐린 저항성'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SREBP-2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 콜레스테롤 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HMGCR, LDLR, PCSK9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L07 참조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ChREBP (MLXIPL)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 대사물(G6P, Xu5P)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L-PK, ACC, FAS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 섭취 시 강하게 활성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LXRα/β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옥시스테롤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SREBP-1c, ABCA1, ABCG5/8, CYP7A1(설치류)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LXR 작용제는 HDL↑이나 간 지방증 유발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PPARα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지방산, 피브레이트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β-산화, 케톤 생성, FGF21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 반응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PPARγ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지방산 유도체, TZD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지방세포 분화, 아디포넥틴, LPL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피오글리타존 표적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지방조직: 저장고이자 내분비 기관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아디포카인: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렙틴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(포만 신호, 시상하부 POMC/AgRP; 결핍 시 중증 조기 비만 → 메트렐렙틴),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아디포넥틴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(인슐린 감수성·AMPK 활성, 비만에서 감소), TNF-α, IL-6, 레지스틴, RBP4.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내장지방은 문맥으로 FFA·사이토카인을 직접 간에 공급(portal hypothesis)하여 피하지방보다 대사 위험이 크다.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 저장 용량 가설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피하지방이 안전하게 확장하지 못하면 지질이 간·근육·췌장에 이소성 축적(지질독성: DAG → PKCε → 인슐린 수용체 신호 억제; 세라마이드 → AKT 억제).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지방조직: 저장고이자 내분비 기관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미토콘드리아/UCP1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백색지방(WAT)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단일 큰 지방구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적음 /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에너지 저장, 아디포카인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갈색지방(BAT)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다방성 지방구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풍부 / 높음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비떨림 열생성(신생아, 성인 쇄골상부·척추 주변)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베이지(brite)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WAT 내 유도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유도 시 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한랭·β₃ 작용제에 의해 '갈색화'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지방조직: 저장고이자 내분비 기관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지방이영양증(선천성 AGPAT2, BSCL2; 후천성 HIV 치료 관련)은 지방조직이 없는데도 심한 인슐린 저항성·고중성지방혈증·지방간을 보인다. 이는 '지방이 너무 많은 것'뿐 아니라 '저장할 곳이 없는 것'도 대사질환을 일으킨다는 증거이다.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단일핵 RNA-seq로 인간 지방조직의 지방세포 아형과 비만에 따른 대식세포(LAM; TREM2⁺ 지질 관련 대식세포)의 변화가 지도화되었다(Emont et al., Nature 2022).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 de novo lipogenesis를 줄이는 ACC 억제제(피르소코스타트), FASN 억제제, DGAT2 억제제(ION224 ASO)가 MASH에서 임상시험 중이며, 갑상선호르몬 수용체-β 작용제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레스메티롬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 2024년 MASH 최초 승인 약물이 되었다.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성인 갈색지방 활성은 PET에서 추위 노출 시 확인되며, β₃ 작용제(미라베그론) 고용량이 열생성을 증가시킨다. 다만 체중 감소 효과는 제한적이다.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시트르산 셔틀이 미토콘드리아 아세틸-CoA를 세포질로 운반하고, ACC가 말로닐-CoA를 만드는 속도결정 단계이다.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ACC는 시트르산·인슐린이 켜고 AMPK·PKA·장쇄 아실-CoA가 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FAS는 NADPH를 사용해 팔미트산을 만들며, 리놀레산·α-리놀렌산은 필수지방산이다.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포스파티드산은 중성지방과 인지질 합성의 분기점이며, MTP는 VLDL 조립에 필수이다.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지방조직은 저장 용량과 아디포카인을 통해 전신 인슐린 감수성을 결정한다.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섭식 상태에서 지방산 합성이 활발할 때 동시에 β-산화가 억제되는 분자적 연결 고리를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인슐린이 ACC를 탈인산화·활성화하고 시트르산이 알로스테릭 활성화하여 말로닐-CoA가 증가한다. 말로닐-CoA는 CPT1을 억제해 장쇄 아실-CoA의 미토콘드리아 진입을 막으므로 새로 합성된 지방산이 곧바로 산화되는 헛순환을 방지한다.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장기간 무지질 정맥영양을 받은 환자에게 비늘 모양 피부염이 생겼다. 원인과 생화학적 확인 지표는?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필수지방산(리놀레산·α-리놀렌산) 결핍이다. 결핍 시 올레산으로부터 미드산(20:3 n-9, 트라이엔)이 합성되고 아라키돈산(테트라엔)이 감소하므로 혈장 트라이엔/테트라엔 비가 0.2 이상으로 증가한다.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무베타지단백혈증 환자에게 신경학적 증상이 나타나는 이유와 치료 원칙은?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MTP 결손으로 ApoB 함유 지단백(킬로미크론·VLDL)이 만들어지지 않아 지용성 비타민, 특히 비타민 E의 흡수·운반이 실패하므로 척수소뇌 변성·말초신경병증·망막병증이 생긴다. 고용량 비타민 E(및 A, D, K) 보충과 저지방식(장쇄지방 제한)이 치료이다.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지방이영양증 환자가 비만 환자와 유사한 대사 이상을 보이는 이유를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지방조직이 없어 식후 지방산과 중성지방을 안전하게 저장할 곳이 없고 렙틴·아디포넥틴이 결핍되므로 지질이 간·근육에 이소성 축적되어 지질독성으로 인슐린 저항성이 생긴다. 메트렐렙틴 치료로 개선된다.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Wang Y et al. Lipogenesis and the transcriptional regulation of lipid metabolism. Annu Rev Nutr (review series) 2015.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Samuel VT, Shulman GI. The pathogenesis of insulin resistance: integrating signaling pathways and substrate flux. J Clin Invest 2016;126:12–22.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Rosen ED, Spiegelman BM. What we talk about when we talk about fat. Cell 2014;156:20–44.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B01-L06  ·  지방산·중성지방 합성과 지방조직 생물학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Emont MP et al. A single-cell atlas of human and mouse white adipose tissue. Nature 2022;603:926–933.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Nissen SE et al. Bempedoic acid and cardiovascular outcomes in statin-intolerant patients. N Engl J Med 2023;388:1353–1364.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