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공복·운동·스트레스 시 지방조직 중성지방(TG)이 분해되어 유리지방산(FFA)과 글리세롤이 혈중으로 방출된다.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미토콘드리아 기질에서 아실-CoA는 1회전마다 2탄소(아세틸-CoA)를 잃는다.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간 미토콘드리아에서 아세틸-CoA가 TCA 회로 처리 능력을 넘으면(공복, 저탄수화물, 인슐린 결핍; 포도당신생으로 OAA 소진) 케톤체가 만들어진다.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간 미토콘드리아에서 아세틸-CoA가 TCA 회로 처리 능력을 넘으면(공복, 저탄수화물, 인슐린 결핍; 포도당신생으로 OAA 소진) 케톤체가 만들어진다.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MCAD 결핍증 등 지방산 산화장애(저케톤성 저혈당). 혈장 아실카르니틴(C8 상승, C8/C10 비 상승), 소변 유기산(헥사노일글리신·수베릴글리신, 다이카복실산), ACADM 유전자 검사로 확인한다. 즉시 10% 포도당 정주가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간에는 아세토아세트산을 아세토아세틸-CoA로 활성화하는 SCOT(숙시닐-CoA:3-케토산 CoA 전이효소)가 없기 때문이다. 따라서 간은 케톤체를 수출 전용 연료로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혈중 메틸말로닌산(MMA). B12는 메틸말로닐-CoA 뮤타아제의 보조인자(아데노실코발라민)이므로 B12 결핍에서만 MMA가 증가한다. 호모시스테인은 메티오닌 합성효소(메틸코발라민 + 5-메틸-THF)가 막히므로 두 결핍 모두에서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DKA에서는 삼투 이뇨로 총체 칼륨이 고갈되어 있으나 산증·인슐린 결핍으로 칼륨이 세포 밖으로 이동해 혈청 수치는 정상 또는 높게 보인다. 인슐린이 Na⁺/K⁺-ATPase를 활성화해 칼륨을 세포 안으로 옮기면 치명적 저칼륨혈증·부정맥이 생길 수 있으므로 K⁺ &lt; 3.3이면 먼저 보충한다.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지질대사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산화와 케톤체 대사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Fatty Acid Oxidation and Ketone Body Metabolism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B01-L05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지방조직 지방분해(ATGL, HSL, MGL)와 호르몬 조절을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카르니틴 셔틀(CPT1, CACT, CPT2)과 말로닐-CoA에 의한 조절을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β-산화 4단계와 홀수·불포화·초장쇄 지방산 처리 방식을 비교한다.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케톤체 생성·이용 경로와 당뇨병성 케톤산증의 병태생리를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MCAD 결핍 등 지방산 산화장애의 임상상·진단·치료 원칙을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지방조직 지방분해와 지방산 운반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활성화와 카르니틴 셔틀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β-산화의 4단계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케톤체의 생성과 이용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당뇨병성 케톤산증(DKA)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산화장애(FAOD)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기관별 지방산 이용과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지방조직 지방분해와 지방산 운반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ATGL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(지방중성지방 리파아제) → TG를 DG로;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(호르몬 민감성 리파아제) → DG를 MG로;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MGL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글리세롤 + 지방산.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카테콜아민(β₁/β₃) · 글루카곤 → cAMP → PKA → HSL 인산화 +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페릴리핀-1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인산화(지방구 표면 개방, ATGL 보조인자 CGI-58 방출).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PDE3B 활성화로 cAMP를 낮춰 지방분해를 강력히 억제한다(가장 민감한 인슐린 작용 중 하나). 성장호르몬·코르티솔은 허용적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FFA는 혈중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알부민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결합해 운반되고, 세포막 CD36·FATP로 유입된다. 글리세롤은 간으로 가 포도당신생 기질이 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지방조직 지방분해와 지방산 운반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인슐린이 거의 완전히 결핍된 1형 당뇨에서는 지방분해 억제가 풀려 FFA가 간에 범람하고 케톤체 과생산으로 이어진다. 반면 2형 당뇨는 소량의 인슐린도 지방분해를 상당히 억제하므로 DKA보다 고삼투성 고혈당 상태(HHS)가 흔하다.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활성화와 카르니틴 셔틀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세포질(미토콘드리아 외막): 아실-CoA 합성효소가 지방산 + CoA + ATP → 지방아실-CoA + AMP + PPi (ATP 2당량 소모).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장쇄 아실-CoA는 내막을 통과하지 못하므로 카르니틴 셔틀을 쓴다.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CPT1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(외막): 아실-CoA + 카르니틴 → 아실카르니틴.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말로닐-CoA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 억제(속도결정).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CACT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(내막 운반체): 아실카르니틴 ⇄ 카르니틴 교환.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CPT2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(내막 기질측): 아실카르니틴 → 아실-CoA.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단쇄·중쇄(C4–C12) 지방산은 카르니틴 없이 미토콘드리아로 들어간다 → MCT 오일 식이요법의 근거.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활성화와 카르니틴 셔틀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카르니틴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SLC22A5(OCTN2)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소변 카르니틴 소실, 심근병증·저케톤성 저혈당, 카르니틴 보충에 극적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CPT1A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CPT1A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간형, 저케톤성 저혈당; 혈중 유리카르니틴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이누이트 집단 흔한 변이(P479L)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CACT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SLC25A20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중증, 부정맥·고암모니아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CPT2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CPT2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근육형(가장 흔함): 운동·공복·발열 후 횡문근융해; 신생아형은 치명적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활성화와 카르니틴 셔틀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말로닐-CoA(지방산 합성의 첫 산물)가 CPT1을 억제하므로 '합성과 분해가 동시에 일어나지 않는다'. 식후 인슐린 → ACC 활성 → 말로닐-CoA↑ → β-산화↓; 공복·운동 → AMPK가 ACC 인산화·억제 → 말로닐-CoA↓ → β-산화↑.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β-산화의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아실-CoA 탈수소효소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(FAD → FADH₂, ETF 경유 CoQ): 사슬 길이별 VLCAD, LCAD, MCAD, SCAD.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② 에노일-CoA 수화효소: trans-Δ²-에노일-CoA → L-3-하이드록시아실-CoA.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③ 3-하이드록시아실-CoA 탈수소효소(NAD⁺ → NADH).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④ 티올레이스: 3-케토아실-CoA + CoA → 아세틸-CoA + 아실-CoA(n−2).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장쇄는 ②–④를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삼기능 단백질(TFP; LCHAD 포함)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내막에서 수행한다.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팔미트산(C16) 수지: 7회전 → 아세틸-CoA 8, FADH₂ 7, NADH 7 → 80 + 10.5 + 17.5 = 108 ATP − 활성화 2 =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106 ATP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β-산화의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특수 지방산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홀수 사슬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프로피오닐-CoA → (프로피오닐-CoA 카복실화효소, 비오틴) D-메틸말로닐-CoA → (라세마아제) L형 → (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메틸말로닐-CoA 뮤타아제, B12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숙시닐-CoA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불포화(시스 이중결합)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에노일-CoA 이성질화효소, 2,4-다이에노일-CoA 환원효소(NADPH) 필요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초장쇄(&gt;C22)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퍼옥시좀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β-산화(ACOX1, H₂O₂ 생성, ATP 생성 없음) 후 미토콘드리아로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분지(파이탄산)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퍼옥시좀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α-산화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(PHYH) → 프리스탄산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ω-산화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소포체 CYP4A; β-산화 장애 시 다이카복실산(아디프산, 수베르산) 소변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β-산화의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B12 결핍에서는 메틸말로닐-CoA가 축적되어 혈중·소변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메틸말로닌산(MMA)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증가한다. 엽산 결핍은 호모시스테인만 증가시키고 MMA는 정상이므로 두 결핍의 감별 지표가 된다. 축적된 메틸말로닐-CoA·프로피오닐-CoA가 비정상 지방산으로 수초에 편입되는 것이 아급성 연합 변성의 한 기전으로 제시된다.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케톤체의 생성과 이용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 아세틸-CoA → 아세토아세틸-CoA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HMG-CoA 합성효소 2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속도결정, 미토콘드리아) HMG-CoA → (HMG-CoA 분해효소)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아세토아세트산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(β-하이드록시부티르산 탈수소효소, NADH)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β-하이드록시부티르산(βHB)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자발적 탈카복실화 → 아세톤(날숨 과일 냄새).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SCOT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(숙시닐-CoA:3-케토산 CoA 전이효소)가 없어 케톤체를 쓰지 못하고 수출만 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이용 조직(뇌, 심장, 근육, 신장 피질): βHB → 아세토아세트산 → (SCOT; 숙시닐-CoA의 CoA를 받음) 아세토아세틸-CoA → 2 아세틸-CoA.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공복 수치: βHB 0.1–0.5 mM(밤샘), 3일 기아 ~3–5 mM, 영양성 케토시스 0.5–3 mM,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DKA &gt; 3 mM(흔히 &gt;10)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케톤체의 생성과 이용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βHB는 연료일 뿐 아니라 신호분자: HDAC1/2 억제, HCAR2(GPR109A) 작용, NLRP3 인플라마좀 억제.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케톤체의 생성과 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소변 케톤 스트립(나이트로프루시드)은 아세토아세트산과 아세톤만 검출하고 βHB는 검출하지 못한다. DKA에서는 NADH/NAD⁺가 높아 βHB:AcAc 비가 10:1까지 올라가므로 초기에 과소평가되고, 치료 중 βHB가 AcAc로 산화되며 오히려 '양성 증가'처럼 보인다 → 혈중 βHB 측정이 권고된다.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당뇨병성 케톤산증(DKA)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기전: 절대·상대적 인슐린 결핍 + 반조절 호르몬(글루카곤, 코르티솔, 카테콜아민, GH) 과잉 → 지방분해↑, 간 CPT1 활성(말로닐-CoA↓), 케톤 생성↑, 포도당신생↑, 말초 케톤 이용↓.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소견: 고혈당(대개 &gt;250 mg/dL; SGLT2 억제제에서는 정상혈당일 수 있음), 음이온차 대사산증, 케톤혈증, 삼투성 이뇨에 의한 탈수, 쿠스마울 호흡, 복통.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산증·인슐린 결핍으로 세포 밖 이동 → 혈청 K⁺는 정상·고칼륨이어도 총체 K⁺는 고갈. 인슐린 투여 전 K⁺ ≥ 3.3 mEq/L 확인.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순서: 수액(생리식염수) → 칼륨 보충 → 정맥 인슐린(0.1 U/kg/h) → 혈당 200 mg/dL 이하 시 포도당 추가하며 케톤 해소까지 인슐린 지속. 중탄산염은 pH &lt; 6.9에서만 고려.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당뇨병성 케톤산증(DKA)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소아에서 뇌부종 위험(과도한 수액·급격한 삼투압 변화).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당뇨병성 케톤산증(DKA)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알코올성 케톤산증: 기아 + 에탄올 대사로 NADH가 높아 βHB가 압도적이며 혈당은 정상·저혈당. 치료는 포도당 포함 수액 + 티아민이다. 기아 케톤산증은 경증(중탄산 ≥ 18)인 경우가 많다.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산화장애(FAOD)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병태: 공복 시 에너지 공급 실패 + 케톤 생성 실패 + 독성 아실-CoA 축적 → 포도당신생 저하(아세틸-CoA·NADH·ATP 부족).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신생아 선별(텐덤질량분석 아실카르니틴), 소변 유기산(다이카복실산, 아실글리신), 분자 검사.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회피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(영아 3–4시간 간격), 아플 때 '응급 프로토콜'(10% 포도당 정주), 장쇄 FAOD에서 MCT 또는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트라이헵타노인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(C7 TG; 보충반응 제공).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산화장애(FAOD)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아실카르니틴 프로파일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MCAD 결핍 (ACADM c.985A&gt;G 흔함)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공복·감염 시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저케톤성 저혈당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구토, 혼수, 영아돌연사; 발작 사이 무증상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C8 ↑, C8/C10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VLCAD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심근병증, 저혈당, 성인 횡문근융해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C14:1 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LCHAD/TFP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저혈당, 심근병증, 말초신경병증, 색소성 망막병증;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모체 AFLP·HELLP 증후군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연관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C16-OH, C18:1-OH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SCAD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무증상(임상적 의미 논란)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C4 ↑, 에틸말론산 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다중 아실-CoA 탈수소효소 결핍(MADD, 글루타르산뇨증 II)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ETF/ETF-QO 결손; 리보플라빈 반응형 존재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다수 아실카르니틴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산화장애(FAOD)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임산부가 3분기에 급성 지방간(AFLP)이나 HELLP 증후군을 보이면 태아의 LCHAD 결핍 가능성을 고려해 신생아를 검사해야 한다. 태아 태반에서 생성된 장쇄 하이드록시아실 대사물이 모체 간에 독성으로 작용한다.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기관별 지방산 이용과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에너지의 60–90%를 지방산에서 얻는다. 허혈·비대·심부전에서 포도당 의존으로 이동(태아형 대사 재프로그래밍).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휴식·저강도 운동 시 지방산, 고강도에서 탄수화물(교차 개념). 지구력 훈련은 미토콘드리아·지방산 산화 능력을 높인다.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β-산화로 포도당신생 에너지(ATP·NADH)와 케톤 생성.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지방산을 거의 산화하지 않는다(혈액뇌장벽 통과 제한, 산화 시 ROS 부담, 신경세포의 낮은 β-산화 효소). 대신 케톤체를 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적혈구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미토콘드리아 없음 → 불가.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기관별 지방산 이용과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무작위 비교시험(EMPA-REG, DAPA-HF 등)에서 SGLT2 억제제의 심장 보호 효과 기전 중 하나로 '경도 케톤혈증 → 효율적 심근 연료 공급' 가설이 제시되었다(검증 진행 중).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케톤체 신호 기능: βHB의 HDAC 억제·β-하이드록시부티릴화(Kbhb) 히스톤 변형이 기아 유전자 발현을 조절한다는 발견(Xie et al., Mol Cell 2016)으로 '대사물질-후성유전' 연구가 확장되었다.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외인성 케톤 에스터가 심부전·외상성 뇌손상·뇌전증에서 연구되고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장쇄 FAOD 치료: 트라이헵타노인(Dojolvi, 2020 FDA 승인), 베자피브레이트(PPAR 작용)로 잔여 효소 발현 증가, mRNA 치료 전임상.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CPT1 억제제(에토목시르)는 심부전 시험에서 간독성으로 중단되었으나, 암세포 지방산 산화 의존성(백혈병 줄기세포)의 표적 연구 도구로 재조명된다.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지방분해는 PKA(카테콜아민·글루카곤)가 켜고 인슐린이 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CPT1이 β-산화의 관문이며 말로닐-CoA가 억제해 합성과 분해를 상호 배타적으로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β-산화는 FADH₂, NADH, 아세틸-CoA를 생성하며 팔미트산은 106 ATP를 낸다. 홀수 사슬은 B12 의존 경로로 숙시닐-CoA가 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케톤체는 간이 만들고 SCOT가 있는 간외 조직이 쓴다. DKA는 인슐린 결핍과 반조절 호르몬 과잉의 결과이다.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FAOD의 공통 소견은 공복 시 저케톤성 저혈당이며, 아실카르니틴 프로파일로 진단한다.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18개월 영아가 장염으로 하루 동안 먹지 못한 뒤 기면 상태로 내원했다. 혈당 35 mg/dL, 소변 케톤 음성, 경도 고암모니아혈증, 간비대가 있다. 가장 가능성 높은 진단과 확인 검사는?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MCAD 결핍증 등 지방산 산화장애(저케톤성 저혈당). 혈장 아실카르니틴(C8 상승, C8/C10 비 상승), 소변 유기산(헥사노일글리신·수베릴글리신, 다이카복실산), ACADM 유전자 검사로 확인한다. 즉시 10% 포도당 정주가 필요하다.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간이 케톤체를 합성하면서도 스스로 이용하지 못하는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간에는 아세토아세트산을 아세토아세틸-CoA로 활성화하는 SCOT(숙시닐-CoA:3-케토산 CoA 전이효소)가 없기 때문이다. 따라서 간은 케톤체를 수출 전용 연료로 만든다.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B12 결핍과 엽산 결핍을 감별하는 생화학 지표는?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혈중 메틸말로닌산(MMA). B12는 메틸말로닐-CoA 뮤타아제의 보조인자(아데노실코발라민)이므로 B12 결핍에서만 MMA가 증가한다. 호모시스테인은 메티오닌 합성효소(메틸코발라민 + 5-메틸-THF)가 막히므로 두 결핍 모두에서 증가한다.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DKA 치료 중 인슐린 투여 전에 혈청 칼륨을 확인해야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DKA에서는 삼투 이뇨로 총체 칼륨이 고갈되어 있으나 산증·인슐린 결핍으로 칼륨이 세포 밖으로 이동해 혈청 수치는 정상 또는 높게 보인다. 인슐린이 Na⁺/K⁺-ATPase를 활성화해 칼륨을 세포 안으로 옮기면 치명적 저칼륨혈증·부정맥이 생길 수 있으므로 K⁺ &lt; 3.3이면 먼저 보충한다.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Houten SM et al. The biochemistry and physiology of mitochondrial fatty acid β-oxidation and its genetic disorders. Annu Rev Physiol 2016;78:23–44.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Puchalska P, Crawford PA. Multi-dimensional roles of ketone bodies in fuel metabolism, signaling, and therapeutics. Cell Metab 2017;25:262–284.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Umpierrez GE et al. Hyperglycemic crises in adults with diabetes: a consensus report. Diabetes Care 2024;47:1257–1275.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B01-L05  ·  지방산 산화와 케톤체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Merritt JL et al. Fatty acid oxidation disorders. Ann Transl Med 2018;6:473.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Xie Z et al. Metabolic regulation of gene expression by histone lysine β-hydroxybutyrylation. Mol Cell 2016;62:194–206.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