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중경막동맥 손상에 의한 경막외혈종으로, '명료기' 후 혈종이 커지며 구상돌기 탈출을 일으킨 전형적 경과이다. 즉시 CT를 시행하고 응급 개두술로 혈종을 제거해야 하며, 조기에 수술하면 기저 뇌손상이 적어 예후가 매우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손상된 뇌는 자동조절이 깨져 뇌혈류가 혈압에 수동적으로 의존하므로, 한 번의 저혈압(수축기 90 미만)만으로도 이차 허혈 손상이 발생해 사망률이 약 2배 증가한다. 따라서 현장 단계부터 적절한 수액·승압제로 평균동맥압과 CPP를 유지한다.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예방적 항경련제는 손상 후 1주 이내의 조기 발작 발생을 줄이지만, 무작위 시험에서 후기 외상 후 뇌전증의 발생 자체를 예방하지 못했다. 장기 투여는 인지·행동 부작용과 약물 상호작용만 늘리므로, 실제 후기 발작이 발생한 경우에 한해 치료를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외상 후 뇌하수체 기능저하이다. 중등도–중증 TBI의 20–30%에서 성장호르몬·성선자극호르몬·부신피질자극호르몬 결핍이 생기며, 증상이 외상 후 인지·정서 후유증과 비슷해 간과되기 쉽다. 회복기에 코르티솔·갑상선·성호르몬·IGF-1 선별 검사를 시행하고 필요 시 대체 요법을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혈관·외상 신경외과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외상성 뇌손상의 수술적 관리와 신경중환자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Surgical Management of TBI and Neurocritical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B09-L08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외상성 두개내 출혈의 종류와 수술 적응을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두개골 골절·관통상·소아 외상의 특수성을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신경중환자실에서의 ICP·CPP 관리와 다중 모달 감시를 적용한다.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 후 합병증(발작, 수두증, 뇌하수체 기능저하, 자율신경 과활성)을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 후 신경염증과 장기 결과, 예후 상담을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외상성 두개내 출혈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두개골 골절·관통상·소아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신경중환자 관리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 후 합병증과 결과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 후 신경염증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외상성 두개내 출혈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응고장애 교정: 와파린(비타민 K +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4요소 PCC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DOAC(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안드엑사넷 알파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또는 PCC, 다비가트란 — 이다루시주맙), 항혈소판(혈소판 수혈은 PATCH 시험에서 자발성 뇌내출혈에 해로움 — 외상에서는 개별 판단), 트라넥삼산(CRASH-3 — 경·중등도 TBI 3시간 내).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외상성 두개내 출혈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기전·영상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경막외혈종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중경막동맥 손상(측두골 골절) —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볼록한 렌즈형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봉합선을 넘지 않음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의식 소실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명료기(lucid interval)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급격한 악화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응급 개두술 배출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(&gt;30 mL 또는 두께 &gt;15 mm·편위 &gt;5 mm) — 조기 수술 시 예후 우수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경막하혈종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교정맥 파열(노인·알코올·항응고) —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초승달형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봉합선을 넘음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 뇌손상 동반 흔함 → 예후 나쁨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두께 &gt;10 mm 또는 중앙선 편위 &gt;5 mm, 또는 GCS 2점 이상 하강·동공 이상 → 개두술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경막하혈종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경미한 외상 후 수주–수개월, 노인·항혈전제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두통·인지 저하·보행 장애·편마비(가성 치매)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천공 배액(burr hole) + 배액관; 재발 흔함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중경막동맥 색전술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(2024–2025 무작위 시험들에서 재발·재수술 감소)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외상성 지주막하출혈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피질 표면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흔함, 대개 보존적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뇌내 혈종·타박상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충격·반충격(전두·측두 하부)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확대 가능(48–72시간 추적 CT)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종괴 효과·악화 시 절제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미만성 축삭 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회전 가속 — SWI 미세출혈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영상-임상 괴리, 의식 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수술 대상 아님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두개골 골절·관통상·소아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두개골 골절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선상(대개 보존),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함몰 골절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(두께 이상 함몰·개방·오염·경막 파열·국소 결손 → 수술), 두개저 골절(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너구리 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배틀 징후, 고막혈종,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 비루·이루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대부분 자연 치유, 예방적 항생제 효과 없음; 지속 시 누출 수리).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관통상(총상): 경로·탄도, 감염·간질 위험, 혈관 손상(외상성 가성동맥류) 평가 → 제한적 변연절제·폐쇄.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 특수성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두개골 유연성(골절 없이 손상 가능), 열린 봉합·천문(보상), 성장성 골절(leptomeningeal cyst),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학대 아동 두부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(흔들린 아기 — 경막하혈종 + 망막 출혈 + 골절, 설명과 불일치하는 손상 → 신고 의무), 소아 뇌부종·DKA 유사 뇌팽창.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스포츠·군 관련 반복 경미 손상(B05 L07).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신경중환자 관리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ICP(뇌실 카테터 — 배액 겸용), CPP, PbtO₂(BOOST-3), 미세투석(B05 L07), 연속 EEG(비경련성 발작 — 중증 TBI의 10–20%), 경두개 도플러, 자동조절 지표(PRx).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ICP·CPP 목표와 단계적 치료는 B09 L01.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호흡·순환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저산소(SpO₂ &lt;90)와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저혈압(수축기 &lt;90–110)은 단 한 번만으로도 예후를 악화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즉시 교정; 정상 탄산 유지; 적절한 수혈 역치(Hb 7–9; TRAIN 시험에서 더 높은 역치 고려).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진정·통증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프로포폴·펜타닐(신경학적 평가 창 유지), 장기 프로포폴 주입 증후군 주의.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온도·혈당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발열 적극 조절(뇌 대사·손상 악화), 혈당 110–180.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신경중환자 관리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조기(5–7일 내) 장관 영양으로 목표 열량 도달 — 과대사·이화 상태.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발작 예방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레비티라세탐/페니토인 7일(조기 발작 감소; 후기 뇌전증 예방 효과는 없음).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혈전 예방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간헐 공기압박 즉시, 출혈 안정 확인 후 24–72시간 내 약물 예방.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빈혈·전해질·내분비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저나트륨(SIADH·뇌염분소실·요붕증 감별), 요붕증(뇌하수체 손상).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 후 합병증과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예후 상담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IMPACT·CRASH 예측 모델은 집단 수준 추정이며 개인 결정에 과신하면 안 된다 — 조기 치료 중단 결정이 자기충족적 예언이 될 수 있어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최소 72시간 이상 관찰 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신중히 논의; 의식 장애 환자의 숨겨진 인식(B07 L09) 고려.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 후 합병증과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합병증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외상 후 뇌전증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관통상·함몰 골절·경막하혈종·조기 발작·피질 타박에서 위험↑; 수개월–수년 후 발생 — 예방 약물로 막을 수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수두증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교통성(지주막하 흡수 장애) — 보행·인지·요실금 악화 시 션트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뇌하수체 기능저하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중등도–중증 TBI의 20–30%(성장호르몬·성선·부신) — 피로·우울·인지 저하로 오인 → 선별 검사 권고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발작성 교감신경 과활성(PSH)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고열·빈맥·고혈압·발한·자세 긴장 — 자극 최소화, 가바펜틴·프로프라놀롤·클로니딘·모르핀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두개골 결손·함몰 피판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두개 성형술(감압 후 3개월 전후)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인지·행동 후유증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집행 기능·주의·기억, 충동성·무감동, 우울·PTSD, 피로, 수면 장애 → 다학제 재활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외상성 뇌병증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손상(B05 L07)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외상 후 신경염증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급성: 손상 → DAMP(ATP, HMGB1, mtDNA) → 미세아교세포·성상세포 활성, 호중구·단핵구 유입, BBB 붕괴, 보체 활성, 인플라마좀.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아급성·만성: 미세아교세포 활성이 수년 지속(사후·TSPO PET), 백질 변성, 타우·TDP-43 병리 축적, 림프 배출 저하(B08 L02) → 신경퇴행 위험 증가(치매 위험 1.5–2배).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전신-뇌 상호작용: 외상 후 면역저하·감염, 장 투과성·장-뇌 축, 자율신경 변화.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연구: 트라넥삼산(확립), 프로게스테론(실패), 저체온(실패), 사이클로스포린·NAC·미노사이클린(연구), 보체·인플라마좀 억제(전임상), 줄기세포(혼재).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 바이오마커(GFAP, UCH-L1, NfL)가 영상 선별과 예후 예측에 통합되고 있으며, 경미 손상의 과잉 CT를 줄인다(B05 L07).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중경막동맥 색전술이 만성 경막하혈종 관리의 표준을 바꾸고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관찰 코호트(CENTER-TBI, TRACK-TBI)와 비교효과 연구가 '정밀 중환자 관리'(개인별 CPP·산소 목표)의 근거를 만들고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경막외혈종은 볼록 렌즈형·명료기가 특징이며 조기 수술 예후가 좋고, 급성 경막하혈종은 기저 뇌손상으로 예후가 나쁘다.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경막하혈종은 천공 배액이 표준이었으나 중경막동맥 색전술이 재발을 줄이는 치료로 추가되었다.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저산소와 저혈압은 단 한 번의 삽화도 예후를 악화시키므로 즉시 교정해야 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 후 뇌전증은 예방 약물로 막을 수 없고, 뇌하수체 기능저하와 발작성 교감신경 과활성은 흔히 간과된다.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외상은 만성 신경염증과 단백 병리를 남겨 신경퇴행 위험을 높이며, 예후 상담은 조기 단정 없이 신중해야 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측두부 타격 후 잠시 의식을 잃었다가 깨어나 대화하던 환자가 1시간 뒤 급격히 혼수에 빠졌다. 가장 가능성 높은 병변과 처치는?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중경막동맥 손상에 의한 경막외혈종으로, '명료기' 후 혈종이 커지며 구상돌기 탈출을 일으킨 전형적 경과이다. 즉시 CT를 시행하고 응급 개두술로 혈종을 제거해야 하며, 조기에 수술하면 기저 뇌손상이 적어 예후가 매우 좋다.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중증 TBI 환자에서 저혈압을 특히 경계해야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손상된 뇌는 자동조절이 깨져 뇌혈류가 혈압에 수동적으로 의존하므로, 한 번의 저혈압(수축기 90 미만)만으로도 이차 허혈 손상이 발생해 사망률이 약 2배 증가한다. 따라서 현장 단계부터 적절한 수액·승압제로 평균동맥압과 CPP를 유지한다.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 후 7일간 항경련제를 투여하지만 그 이후 장기 투여를 권하지 않는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예방적 항경련제는 손상 후 1주 이내의 조기 발작 발생을 줄이지만, 무작위 시험에서 후기 외상 후 뇌전증의 발생 자체를 예방하지 못했다. 장기 투여는 인지·행동 부작용과 약물 상호작용만 늘리므로, 실제 후기 발작이 발생한 경우에 한해 치료를 시작한다.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중등도 이상 TBI 환자의 회복기에 피로·우울·성욕 저하가 지속될 때 확인해야 할 내분비 이상은?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외상 후 뇌하수체 기능저하이다. 중등도–중증 TBI의 20–30%에서 성장호르몬·성선자극호르몬·부신피질자극호르몬 결핍이 생기며, 증상이 외상 후 인지·정서 후유증과 비슷해 간과되기 쉽다. 회복기에 코르티솔·갑상선·성호르몬·IGF-1 선별 검사를 시행하고 필요 시 대체 요법을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Carney N et al. Guidelines for the management of severe traumatic brain injury, 4th ed. Neurosurgery 2017;80:6–15.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Bullock MR et al. Surgical management of traumatic brain injury (Guidelines). Neurosurgery 2006;58:S2-1–S2-62.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CRASH-3 trial collaborators. Effects of tranexamic acid on death, disability, vascular occlusive events after traumatic brain injury. Lancet 2019;394:1713–1723.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B09-L08  ·  외상성 뇌손상의 수술적 관리와 신경중환자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Liu J et al. / Fiorella D et al. Middle meningeal artery embolization for chronic subdural hematoma: randomized trials (EMBOLISE, STEM, MAGIC-MT). N Engl J Med 2024;391:1995–2008 외.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Maas AIR et al. Traumatic brain injury: progress and challenges. Lancet Neurol 2022;21:1004–1060.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