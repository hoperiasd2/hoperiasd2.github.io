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마미 증후군을 의심해 응급으로 요추 MRI를 시행하고, 확인되면 즉시 감압 수술을 한다. 방광 기능 소실 이후에는 회복이 나빠지므로 지체 없는 수술이 기능 예후를 결정한다. 잔뇨 측정과 도뇨로 방광을 보호한다.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고용량 덱사메타손을 즉시 투여해 부종을 줄이고 신경 기능을 보호한다. 동시에 전척추 MRI를 시행해(다발 병변이 흔하므로 전 구간 촬영) 압박 부위를 확인한 뒤, 방사선종양학과·척추외과와 함께 수술 + 방사선 여부를 결정한다. 보행이 가능한 동안 치료를 시작하는 것이 보행 보존의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척수 경막 동정맥루이다. 정맥 고혈압으로 척수 울혈·부종이 생겨 서서히 진행하며, 흔히 퇴행성 질환이나 염증성 척수염으로 오인되어 진단이 늦어진다. 척수 혈관조영으로 확진하고 색전술이나 수술로 누공을 차단하면 진행을 멈출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NASCIS 시험들의 이득은 사전 지정되지 않은 하위군 분석에 의존했고 효과 크기가 작았던 반면, 폐렴·패혈증·소화관 출혈 등 합병증은 일관되게 증가했다. 이후 지침들은 일상적 사용을 권고하지 않으며, 대신 평균동맥압 유지와 조기 감압 수술에 초점을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B09 신경면역학과 신경외과  ·  척추·기능 신경외과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척추 신경외과와 척수 질환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Spine Neurosurgery and Spinal Cord Disorders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B09-L09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B09-L09  ·  척추 신경외과와 척수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척추의 해부(분절, 추간판, 인대)와 퇴행성 변화를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신경근병증·척수병증의 임상 소견과 영상 상관을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추간판 탈출·척추관 협착·척추전방전위의 치료 결정을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척수 손상의 급성 관리와 척수 압박 응급(종양·농양)을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척수 질환의 비수술 감별(염증·대사·혈관)을 정리한다.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B09-L09  ·  척추 신경외과와 척수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척추의 해부와 퇴행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신경근병증과 척수병증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수술 결정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척수 손상과 압박 응급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비수술 척수 질환의 감별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척추의 해부와 퇴행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B09-L09  ·  척추 신경외과와 척수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분절: 경추 7(신경근 8 — C1–C7은 같은 번호 추체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로, C8부터 아래로), 흉추 12, 요추 5, 천추 5(융합), 미추.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추간판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수핵(프로테오글리칸·수분 — 나이 들며 감소)과 섬유륜; 후종인대가 중앙은 두껍고 외측은 얇아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후외측 탈출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흔하다.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척수는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L1–L2에서 끝남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(원추) → 그 아래는 마미; 요추천자는 L3–L4 이하.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퇴행 연쇄: 추간판 탈수·높이 감소 → 후관절 부하·비대 → 황색인대 비후 → 골극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척추관·추간공 협착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불안정·전방전위.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영상: 단순 X선(정렬·불안정 — 굴곡·신전),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MRI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(신경 압박·척수 신호 변화), CT(골성), 근전도(신경근 기능), 척수조영 CT(MRI 불가 시).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척추의 해부와 퇴행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B09-L09  ·  척추 신경외과와 척수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중요 원칙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무증상 성인의 MRI에서도 추간판 팽윤·탈출이 흔하다(60세에서 추간판 퇴행 90% 이상) →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영상 소견과 증상·진찰의 일치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핵심이며 영상만으로 수술을 결정하지 않는다.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신경근병증과 척수병증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B09-L09  ·  척추 신경외과와 척수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경추증성 척수병증(CSM)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서서히 진행하는 보행·손 기능 저하 — mJOA 점수로 중증도 평가;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중등도 이상이면 수술(감압)이 보존 치료보다 우수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; 경증은 관찰 가능하나 악화 시 수술.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적색 신호(red flags): 외상, 암 병력, 발열·감염 위험, 체중 감소, 야간 통증, 진행성 신경 결손,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마미 증후군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(안장 감각 소실, 요저류·실금, 양측 좌골신경통 —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응급 수술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신경근병증과 척수병증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B09-L09  ·  척추 신경외과와 척수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신경근병증(radiculopathy)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척수병증(myelopathy)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신경근 압박·염증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척수 압박·손상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피부분절 통증·감각이상, 근분절 근력저하, 반사 감소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보행 장애·손 기민성 저하, 강직, 반사 항진, 바빈스키, 방광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기침·재채기(경막 내압↑), 라세그 징구(하지 직거상), 스펄링 검사(경추)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대개 자연 호전(요추 추간판 탈출의 80–90%가 6–12주 내 호전)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진행성 —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조기 감압 고려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수준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C5(삼각근·이두), C6(손목 신전·상완요골), C7(삼두·손목 굴곡), C8(손 내재근), L4(슬개 반사·내과),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L5(엄지 신전·발등 들기)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S1(종아리·아킬레스 반사)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경추증성 척수병증이 성인 척수병증의 최다 원인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수술 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B09-L09  ·  척추 신경외과와 척수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수술 합병증: 감염, 경막 손상·CSF 누출, 인접 분절 퇴행, 유합 실패, 신경 손상, 실패 요추 수술 증후군(척수 자극술 고려).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비수술 치료의 중요성: 통증 교육·운동 치료·인지행동 접근이 만성 요통의 근거 기반 핵심(B07 L05).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수술 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B09-L09  ·  척추 신경외과와 척수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보존 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수술 적응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요추 추간판 탈출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진통·활동 유지·물리치료·경막외 스테로이드(단기 통증 완화)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심한·진행성 근력저하,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마미 증후군(응급)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6–12주 보존 실패한 심한 통증 → 미세 추간판 절제술(SPORT 시험: 수술군이 초기 통증·기능에서 우수, 장기에는 차이 축소)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요추 척추관 협착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운동·진통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보행 제한(신경성 파행), 보존 실패 → 감압 ± 유합(불안정·전방전위 동반 시; 단순 협착에 유합 추가 이득은 제한적 — 스웨덴·미국 시험 상반)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척추전방전위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불안정·협착 동반 시 감압 + 유합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경추 추간판·척수병증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경증 관찰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전방 경추 추간판 절제·유합(ACDF), 인공 디스크, 후방 감압·성형술(다분절·후만 아님)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압박 골절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(골다공증)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진통·보조기·골다공증 치료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척추성형술·풍선 척추성형술(일부 시험에서 위약 대비 이득 불명확 — 선택적)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척추 변형(측만·후만)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통증·신경 증상·진행 — 교정 유합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척수 손상과 압박 응급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B09-L09  ·  척추 신경외과와 척수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급성 외상성 척수 손상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초기: 경추 보호·고정(과도한 고정은 해로울 수 있음), ABC,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저혈압 교정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(평균동맥압 85–90 mmHg 유지 권고 — 척수 관류), 신경학적 평가(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ASIA 척도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— 운동·감각 수준, 완전/불완전).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척수 쇼크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(이완성 마비·반사 소실, 수일–수주) vs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신경성 쇼크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(T6 이상 — 저혈압 +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서맥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, 교감 차단).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스테로이드(메틸프레드니솔론)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과거 NASCIS 시험 기반 사용 → 현재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일상적 사용 권고되지 않음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(이득 불확실, 감염·합병증 증가).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수술: 조기 감압(24시간 이내)이 신경 회복과 연관(STASCIS), 불안정 골절 고정.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불완전 손상 증후군: 중심 척수(상지&gt;하지 — 노인 과신전), 전척수, 브라운-세카르(B07 L05).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척수 손상과 압박 응급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B09-L09  ·  척추 신경외과와 척수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합병증: 자율신경 반사부전(B07 L11), 욕창, 심부정맥혈전, 호흡(경수), 신경인성 방광·장, 경직, 이소성 골화, 신경병증성 통증.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악성 척수 압박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(응급): 암 환자의 5–10% 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등 통증이 수주 선행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이후 근력저하·감각 수준·방광 장애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즉시 전척추 MRI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+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고용량 덱사메타손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방사선 또는 수술(단일 수준·불안정·방사선 저항성·조직 진단 필요 시 수술 + 방사선이 보행 보존에 우수 — Patchell 2005).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척추 경막외 농양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발열·등 통증·신경 결손 3징(모두 갖춘 경우는 적음), 위험인자(당뇨·정맥주사 약물·혈액투석·최근 시술) — MRI, 혈액배양,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수술적 배농 + 장기 항생제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(황색포도알균 최다, MRSA 고려).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척추 결핵(포트병)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흉추 호발, 추체 전방 파괴·디스크 보존 경향·냉농양.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비수술 척수 질환의 감별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B09-L09  ·  척추 신경외과와 척수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접근: 급성(혈관·외상·감염) vs 아급성(염증·대사) vs 만성(퇴행·유전·종양), MRI(압박 여부 먼저), CSF, 혈청 검사(B12·MMA, 구리, HIV, 자가항체), 척수 혈관조영(동정맥루 의심).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비수술 척수 질환의 감별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B09-L09  ·  척추 신경외과와 척수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염증·탈수초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다발성 경화증(짧은 분절·편측), NMOSD/MOGAD(LETM — B08 L04), ADEM, 사르코이드(배측 선상 증강), 전신 자가면역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수두대상포진·단순포진·엔테로바이러스(급성 이완성 척수염 — 소아), HIV 공포성 척수병증, HTLV-1(열대 경직성 하지마비), 매독, 결핵, 기생충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대사·영양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B12 결핍(아급성 연합 변성)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구리 결핍(비만수술·아연 과잉 — B04 L14),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아산화질소 남용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비타민 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척수경색(전척수동맥 — 급성, 통증, 후삭 보존),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경막 동정맥루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(중년 남성, 서서히 진행하는 하지 위약·요실금 — 치료 가능하나 진단 지연 흔함), 해면상 기형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수내(상의세포종·성상세포종), 수외 경막내(수막종·신경초종), 경막외(전이)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퇴행·구조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경추증성 척수병증, 척수공동증(B07 L05), 키아리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유전성 경직성 하지마비(SPAST 등), 부신척수신경병증(B05 L13), 프리드라이히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방사선·독성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방사선 척수병증, 척수강 내 화학요법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B09-L09  ·  척추 신경외과와 척수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척수 손상에서 경막외 전기자극과 뇌-척수 인터페이스가 보행·손 기능을 부분 회복시키는 결과가 보고되며 재활과 결합되고 있다(B07 L08).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척수 손상 급성기의 혈압·관류 개인화 관리(척수 관류압 모니터링)와 신경보호 약물(리루졸 — RISCIS 시험) 연구가 진행 중이다.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전이성 척추 질환에서 분리 수술 + 정위 방사선(separation surgery + SBRT)이 보행 보존과 국소 제어를 높이는 전략으로 자리 잡았다.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B09-L09  ·  척추 신경외과와 척수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무증상자에서도 척추 퇴행 소견이 흔하므로 영상과 증상·진찰의 일치가 수술 결정의 전제이다.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신경근병증은 대개 자연 호전되지만 척수병증과 마미 증후군은 조기 수술을 고려한다.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급성 척수 손상에서는 평균동맥압 유지와 조기 감압이 중요하며 고용량 스테로이드는 일상적으로 권고되지 않는다.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악성 척수 압박과 경막외 농양은 등 통증과 신경 결손으로 나타나는 응급으로 즉시 MRI가 필요하다.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압박이 없는 척수병증은 염증·감염·대사(B12·구리·아산화질소)·혈관(경막 동정맥루)으로 감별한다.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B09-L09  ·  척추 신경외과와 척수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양측 하지 통증, 안장 부위 감각 소실, 소변을 보지 못하는 환자에서 즉시 해야 할 일은?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마미 증후군을 의심해 응급으로 요추 MRI를 시행하고, 확인되면 즉시 감압 수술을 한다. 방광 기능 소실 이후에는 회복이 나빠지므로 지체 없는 수술이 기능 예후를 결정한다. 잔뇨 측정과 도뇨로 방광을 보호한다.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B09-L09  ·  척추 신경외과와 척수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악성 척수 압박이 의심될 때 영상 검사 전에 할 수 있는 조치는?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고용량 덱사메타손을 즉시 투여해 부종을 줄이고 신경 기능을 보호한다. 동시에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전척추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MRI를 시행해(다발 병변이 흔하므로 전 구간 촬영) 압박 부위를 확인한 뒤, 방사선종양학과·척추외과와 함께 수술 + 방사선 여부를 결정한다. 보행이 가능한 동안 치료를 시작하는 것이 보행 보존의 핵심이다.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B09-L09  ·  척추 신경외과와 척수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중년 남성이 수개월에 걸쳐 진행하는 하지 위약과 배뇨 장애를 보이고 MRI에서 척수 부종과 표면의 혈관 확장이 보인다. 의심 진단은?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척수 경막 동정맥루이다. 정맥 고혈압으로 척수 울혈·부종이 생겨 서서히 진행하며, 흔히 퇴행성 질환이나 염증성 척수염으로 오인되어 진단이 늦어진다. 척수 혈관조영으로 확진하고 색전술이나 수술로 누공을 차단하면 진행을 멈출 수 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B09-L09  ·  척추 신경외과와 척수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급성 척수 손상에서 고용량 메틸프레드니솔론을 더 이상 일상적으로 쓰지 않는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NASCIS 시험들의 이득은 사전 지정되지 않은 하위군 분석에 의존했고 효과 크기가 작았던 반면, 폐렴·패혈증·소화관 출혈 등 합병증은 일관되게 증가했다. 이후 지침들은 일상적 사용을 권고하지 않으며, 대신 평균동맥압 유지와 조기 감압 수술에 초점을 둔다.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B09-L09  ·  척추 신경외과와 척수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Greenberg MS. Handbook of Neurosurgery, 10th ed. Thieme, 2023.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Fehlings MG et al. A clinical practice guideline for the management of degenerative cervical myelopathy. Global Spine J 2017;7:70S–83S.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Weinstein JN et al. Surgical vs nonoperative treatment for lumbar disk herniation (SPORT). JAMA 2006;296:2441–2450.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B09-L09  ·  척추 신경외과와 척수 질환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Patchell RA et al. Direct decompressive surgical resection in the treatment of spinal cord compression caused by metastatic cancer. Lancet 2005;366:643–648.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Fehlings MG et al. Early versus delayed decompression for traumatic cervical spinal cord injury (STASCIS). PLoS One 2012;7:e32037.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