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혈액배양을 먼저 채취하고 즉시 덱사메타손과 경험적 항생제를 투여한 뒤 CT를 시행하고, 금기가 없으면 요추천자를 한다. 항생제 투여 후에도 CSF 세포·생화학 소견과 PCR은 대부분 유지되므로 진단보다 치료 지연을 피하는 것이 우선이다.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항생제가 세균을 용해하면 세포벽 성분이 방출되어 TNF·IL-1 중심의 염증이 급증하고 이것이 뇌부종·혈관염·와우 손상을 일으킨다. 덱사메타손을 첫 항생제 투여 직전 또는 동시에 주면 이 염증 폭발을 억제할 수 있다. 항생제 투여 후 수 시간이 지나면 효과가 떨어진다.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확산강조영상이다. 농양의 중심부 고름은 점성이 높고 세포가 많아 확산이 제한되어 DWI 고신호·ADC 저신호를 보이는 반면, 괴사성 종양의 중심은 대개 확산이 자유롭다. MR 분광에서 젖산·아미노산·숙신산 피크도 농양을 시사한다.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두개내압 조절이다. 효모와 다당류 협막이 CSF 흡수를 막아 압력이 크게 오르고, 이것이 시력 소실과 사망의 주요 원인이 된다. 개방 압력이 25 cmH₂O 이상이면 반복적 치료적 요추천자(또는 배액)로 압력을 낮추는 것이 생존을 개선한다. 또한 항레트로바이러스 치료는 IRIS를 피하기 위해 보통 2–4주 뒤에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B09 신경면역학과 신경외과  ·  수술과 면역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신경외과 감염과 중추신경계 감염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Neurosurgical and Central Nervous System Infections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B09-L11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세균성 수막염의 병태생리·진단·경험적 치료와 스테로이드 사용을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뇌농양·경막하 축농의 원인균·영상·치료를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션트·수술 부위 감염, 뇌실염의 진단과 관리를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바이러스 뇌염과 결핵·진균 감염의 특징을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면역저하 환자의 중추신경계 감염과 면역재구성 증후군을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세균성 수막염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뇌농양과 축농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신경외과 관련 감염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바이러스·결핵·진균·면역저하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세균성 수막염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병태생리: 비인두 집락 → 균혈증 → 맥락얼기·수막 침범 → 세균 세포벽 성분이 TLR2/4 자극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사이토카인(TNF, IL-1)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혈액뇌장벽 붕괴, 호중구 유입, 혈관염·혈전, 뇌부종·ICP 상승, CSF 흐름 장애 → 손상의 상당 부분이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숙주 염증 반응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때문.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원인균(성인):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폐렴구균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(가장 흔하고 중증), 수막구균(유행·자반), 리스테리아(&gt;50세·면역저하·임신), H. influenzae(백신 이후 감소), 그람음성(수술 후·노인); 신생아 — GBS, 대장균, 리스테리아.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임상: 고전 3징(발열·목 경직·의식 변화)은 절반 미만; 두통·구역·광선공포·발작·국소 징후; 수막구균의 점상출혈·자반(응급).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세균성 수막염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 순서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혈액배양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즉시 항생제(+ 스테로이드)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요추천자(CT가 필요한 경우 — 면역저하, 중추 병변 병력, 새 발작, 유두부종, 의식 저하, 국소 결손 — 에는 항생제 먼저 투여하고 CT 후 천자).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CSF: 압력↑, 백혈구 &gt;1,000(호중구), 포도당 &lt;40(혈당비 &lt;0.4), 단백 &gt;200, 그람 염색(60–90%)·배양, PCR 다중 검사(배양 음성·전처치 시 유용), 젖산.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경험적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세프트리악손 + 반코마이신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(폐렴구균 내성) ±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암피실린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(&gt;50세·면역저하 — 리스테리아) ± 아시클로버(HSV 배제 전).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덱사메타손 0.15 mg/kg q6h 4일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첫 항생제 투여 직전 또는 동시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→ 폐렴구균 수막염에서 사망·청력 소실 감소(European Dexamethasone Study); 배양에서 폐렴구균이 아니면 중단 고려.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세균성 수막염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수술 후·외상 후: 황색포도알균·그람음성 고려(반코마이신 + 세페핌/메로페넴).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합병증: 난청(소아 — 조기 청력 검사), 수두증, 경련, 뇌경색(혈관염), 경막하 축농, 뇌농양.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예방: 백신(폐렴구균 결합·수막구균·Hib), 밀접 접촉자 화학예방(수막구균 — 리팜핀·시프로플록사신·세프트리악손).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뇌농양과 축농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경로: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인접 전파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(중이염·부비동염·치성 — 측두엽·소뇌·전두엽),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혈행성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(심내막염, 폐 농양·동정맥루, 치과 시술; 다발·중대뇌동맥 영역),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직접 접종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(외상·수술), 면역저하.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원인균: 연쇄구균(Streptococcus anginosus 군), 혐기균(Bacteroides, Fusobacterium), 황색포도알균(외상·수술), 그람음성(신생아·수술), 혼합 감염 흔함; 면역저하 — 노카르디아, 톡소플라스마, 아스페르길루스, 리스테리아, 결핵.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영상: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고리 증강 병변 + 중심부 DWI 확산 제한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(종양은 대개 확산 제한 없음) + 주변 부종; MR 분광(젖산·아미노산·숙신산).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뇌농양과 축농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흡인·배농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(&gt;2.5 cm, 진단 목적, 종괴 효과) + 장기 항생제(6–8주; 세프트리악손 + 메트로니다졸 ± 반코마이신) + 원발 병소 치료(부비동·치아·심장) + 항경련제(피질 농양에서 발작 위험 높음); 스테로이드는 심한 부종에만 단기.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경막하 축농·경막외 농농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부비동염·중이염 합병 — 급속 악화·발작·편마비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응급 수술 배농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영상에서 초승달 모양 수액 + 변연 증강.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정맥동 혈전증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동반 가능(안면·부비동 감염) → 항응고 고려.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신경외과 관련 감염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원칙: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바이오필름이 형성된 이물질 감염은 기기 제거 없이는 완치가 어렵다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신경외과 관련 감염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특징·관리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수술 부위 감염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개두술 후 1–3% — 예방적 항생제(세파졸린, 절개 60분 내), 피부 소독(클로르헥시딘-알코올), 정상 체온·혈당·산소; 골판 감염 시 제거 후 추후 두개 성형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뇌실 외 배액 관련 뇌실염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— 삽입 기간·조작·누출;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CSF 세포 증가·포도당 감소·배양 양성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(혈액 혼입 보정: 백혈구/적혈구 비), 반복 배양; 치료 — 전신 +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뇌실 내 항생제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(반코마이신·겐타마이신·폴리믹신), 카테터 교체; 예방 — 항생제 함침 카테터·엄격한 무균 번들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션트 감염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대부분 삽입 후 6개월 이내,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표피포도알균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(바이오필름) 최다 → 션트 제거 + 외부 배액 + 항생제 → 재삽입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심부뇌자극기·척수자극기 감염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제거가 필요한 경우가 많음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척추 수술 후 감염·추간판염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MRI, 배양 후 장기 항생제 ± 재수술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CSF 누출 관련 수막염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두개저 골절·수술 후 — 누출 수리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바이러스·결핵·진균·면역저하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단순포진 뇌염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가장 흔한 산발성 치명적 뇌염 — 발열·행동 변화·실어·발작,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측두엽·안와전두 침범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(MRI·EEG 주기성 측두 방전), CSF 림프구·적혈구·단백↑,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HSV PCR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(초기 음성 가능 → 반복)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즉시 아시클로버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(의심 시 결과 전 투여; 지연이 예후를 결정); 회복기 자가면역 뇌염 발생 주의(B08 L06).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바이러스: 수두대상포진(혈관병증·척수염), 엔테로바이러스(여름·무균성 수막염), 일본뇌염(아시아·백신), 광견병, 홍역 SSPE, 아르보바이러스, HIV 급성·만성, COVID-19 신경 합병증.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결핵성 수막염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아급성, 뇌신경 마비(기저 삼출), 수두증,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혈관염성 경색(기저핵)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CSF 림프구·단백↑↑·포도당↓, Xpert MTB/RIF Ultra·배양; 치료 — 4제 +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스테로이드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(사망 감소), 장기 치료, 역설적 악화 가능.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바이러스·결핵·진균·면역저하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크립토코쿠스(HIV — 인도 잉크·CrAg,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ICP 조절을 위한 반복 요추천자가 생존에 중요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아스페르길루스(호중구감소·이식 — 혈관 침습·출혈), 무코르(당뇨·DKA — 비뇌형, 응급 수술), 칸디다.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면역저하 특이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톡소플라스마(HIV CD4&lt;100 — 다발 고리 증강, 경험적 치료 후 반응 평가),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PML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(JC 바이러스 — 나탈리주맙·HIV·이식; 백질 병변, 조영 증강 적음 — B08 L03), CMV 뇌실염, 노카르디아, 리스테리아, EBV 연관 CNS 림프종.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면역재구성 염증증후군(IRIS)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HIV 치료 시작 후(또는 나탈리주맙 중단 후) 기존 감염에 대한 과도한 염증 반응 → 역설적 악화 → 스테로이드, 항레트로바이러스 유지.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메타유전체 시퀀싱(CSF)이 원인 불명 뇌염·수막염에서 예상치 못한 병원체를 찾아내 치료를 바꾼 사례가 축적되고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다중 PCR 패널과 CSF 호스트 반응 전사체(세균 vs 바이러스 감별)가 신속 진단 도구로 개발되고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항생제 함침·은 코팅 카테터와 표준화 번들이 뇌실염·션트 감염을 줄이는 데 효과를 보이고 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세균성 수막염은 숙주 염증이 손상의 상당 부분을 차지하므로 항생제와 함께 덱사메타손을 첫 투여 전후에 준다.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요추천자 전 CT가 필요한 환자에서는 항생제를 먼저 투여해 치료를 지연시키지 않는다.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뇌농양은 고리 증강 + 확산 제한이 특징이며 배농과 장기 항생제, 원발 병소 치료가 필요하다.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션트·배액관 등 이물질 감염은 바이오필름 때문에 기기 제거가 원칙이다.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HSV 뇌염은 의심 즉시 아시클로버를 시작하고, 결핵성 수막염은 스테로이드를 병용하며, 크립토코쿠스는 ICP 조절이 생존을 좌우한다.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의식이 저하되고 국소 신경 징후가 있는 수막염 의심 환자에서 요추천자 전에 CT가 필요할 때 치료 순서는?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혈액배양을 먼저 채취하고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즉시 덱사메타손과 경험적 항생제를 투여한 뒤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CT를 시행하고, 금기가 없으면 요추천자를 한다. 항생제 투여 후에도 CSF 세포·생화학 소견과 PCR은 대부분 유지되므로 진단보다 치료 지연을 피하는 것이 우선이다.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폐렴구균 수막염에서 덱사메타손이 사망과 청력 소실을 줄이는 기전과 투여 시점은?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항생제가 세균을 용해하면 세포벽 성분이 방출되어 TNF·IL-1 중심의 염증이 급증하고 이것이 뇌부종·혈관염·와우 손상을 일으킨다. 덱사메타손을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첫 항생제 투여 직전 또는 동시에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주면 이 염증 폭발을 억제할 수 있다. 항생제 투여 후 수 시간이 지나면 효과가 떨어진다.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고리 모양으로 조영되는 뇌 병변에서 농양과 종양을 감별하는 가장 유용한 영상 소견은?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확산강조영상이다. 농양의 중심부 고름은 점성이 높고 세포가 많아 확산이 제한되어 DWI 고신호·ADC 저신호를 보이는 반면, 괴사성 종양의 중심은 대개 확산이 자유롭다. MR 분광에서 젖산·아미노산·숙신산 피크도 농양을 시사한다.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HIV 환자의 크립토코쿠스 수막염에서 항진균제만큼 중요한 치료는?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두개내압 조절이다. 효모와 다당류 협막이 CSF 흡수를 막아 압력이 크게 오르고, 이것이 시력 소실과 사망의 주요 원인이 된다. 개방 압력이 25 cmH₂O 이상이면 반복적 치료적 요추천자(또는 배액)로 압력을 낮추는 것이 생존을 개선한다. 또한 항레트로바이러스 치료는 IRIS를 피하기 위해 보통 2–4주 뒤에 시작한다.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van de Beek D et al. Community-acquired bacterial meningitis. Nat Rev Dis Primers 2016;2:16074.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Tunkel AR et al. 2017 IDSA clinical practice guidelines for healthcare-associated ventriculitis and meningitis. Clin Infect Dis 2017;64:e34–e65.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Brouwer MC, Tunkel AR, van de Beek D. Brain abscess. N Engl J Med 2014;371:447–456.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Venkatesan A et al. Diagnosis and management of acute encephalitis. Lancet Neurol 2019;18:760–774.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B09-L11  ·  신경외과 감염과 중추신경계 감염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Wilson MR et al. Clinical metagenomic sequencing for diagnosis of meningitis and encephalitis. N Engl J Med 2019;380:2327–2340.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