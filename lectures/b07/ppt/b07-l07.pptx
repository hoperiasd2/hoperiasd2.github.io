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notesMaster" Target="notesMasters/notesMaster1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전정신경염처럼 말초 전정 기능이 떨어지면 두부 충동 시 VOR 이득이 감소해 교정 단속운동이 나타난다(비정상). 반면 두부 충동이 정상이라면 말초 전정은 멀쩡하다는 뜻이므로, 지속적 현훈의 원인이 중추(소뇌·뇌간 경색)일 가능성이 높아진다. HINTS에서 방향 전환 안진이나 수직 사시가 동반되면 더욱 그렇다.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외유모세포는 프레스틴을 통해 능동적으로 길이를 변화시켜 소리를 증폭하는데, 이 과정에서 역으로 와우에서 외이도로 미세한 소리가 방출된다(이음향방사). 와우 기능이 정상이면 이 신호가 기록되므로 비침습적·빠른 선별이 가능하다. 다만 청각신경병증처럼 와우 이후 병변은 놓칠 수 있어 ABR을 병용한다.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전음성 난청에서는 외부 배경 소음이 차단되고 중이의 감쇠 효과가 사라져 골전도로 전달된 소리가 환측에서 더 크게 지각된다. 또한 골전도 에너지가 고정된 이소골계에서 밖으로 빠져나가지 못해 와우 자극이 증가한다. 반면 감각신경성 난청에서는 건측으로 치우친다.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전정 억제제는 급성기 증상을 줄이지만 중추 전정 보상 과정(비대칭 입력에 대한 재조정 학습)을 방해해 회복을 지연시킨다. 따라서 48–72시간 이내 단기간만 사용하고, 조기에 전정 재활 운동을 시작하는 것이 장기 예후에 유리하다.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B07 신경생리학과 신경해부학 기초  ·  감각 체계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청각·전정계와 어지럼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Auditory and Vestibular Systems, and Dizziness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B07-L07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B07-L07  ·  청각·전정계와 어지럼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소리의 전도와 와우 변환(기저막 주파수 지도, 유모세포 기계전달)을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청각 경로와 난청의 분류·검사(웨버·린네, 청력도, 이음향방사)를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전정 기관의 구조와 전정안구반사·전정척수반사를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말초성과 중추성 어지럼을 감별하는 진찰(HINTS, 딕스-홀파이크)을 적용한다.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주요 어지럼 질환(BPPV, 전정신경염, 메니에르, 전정편두통, 뇌졸중)을 비교한다.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B07-L07  ·  청각·전정계와 어지럼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소리의 전도와 와우 변환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청각 경로와 난청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전정 기관과 반사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어지럼의 진찰과 감별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소리의 전도와 와우 변환 (1/3)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B07-L07  ·  청각·전정계와 어지럼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전도: 외이(이개·외이도 — 2–5 kHz 공명) → 고막 → 이소골(추골-침골-등골;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임피던스 정합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— 면적비 17배 + 지렛대 1.3배 ≈ 22배 증폭) → 난원창 → 와우 외림프.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중이 근육 반사: 등골근(안면신경)·고막장근(삼차신경) — 큰 소리 보호; 안면신경 마비 시 청각과민.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와우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세 관(전정계·중간계·고실계), 중간계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내림프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(K⁺ 150 mM — 혈관조에서 생성, +80 mV 내림프 전위) vs 외림프(Na⁺ 우세).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기저막의 주파수 지도(tonotopy)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기저부(좁고 단단) — 고주파, 첨부(넓고 유연) — 저주파 →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진행파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(von Békésy).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소리의 전도와 와우 변환 (2/3)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B07-L07  ·  청각·전정계와 어지럼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유모세포 기계전달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부동섬모가 덮개막에 의해 기울어짐 →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팁 링크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(프로토카데린-15–카드헤린-23) 장력 → 기계전달 통로(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TMC1/2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) 개방 →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K⁺ 유입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(내림프 고K⁺ + 큰 전위차가 구동력) → 탈분극 → Ca²⁺ 유입 → 글루탐산 방출(리본 시냅스) → 나선신경절 → 와우신경.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내유모세포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(1열, 구심 95%) = 실제 감각 수용;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외유모세포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(3열, 원심 지배) =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프레스틴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으로 길이 변화 → 와우 증폭(민감도·주파수 선택성 100–1000배) →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이음향방사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(신생아 청력 선별의 원리).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소리의 전도와 와우 변환 (3/3)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B07-L07  ·  청각·전정계와 어지럼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유전성 난청: GJB2(코넥신 26 — K⁺ 재순환; 비증후군성 난청 최다, 한국 c.235delC), SLC26A4(펜드레드 — 전정수도관 확장), MYO7A·USH2A(어셔 — 난청 + 망막색소변성), MT-RNR1 m.1555A&gt;G(아미노글리코사이드), OTOF(청각신경병증 —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AAV-OTOF 유전자치료로 청력 회복 보고 2024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청각 경로와 난청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B07-L07  ·  청각·전정계와 어지럼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경로: 와우신경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와우핵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(연수) → (대부분 교차) 상올리브핵(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소리 위치 파악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— 양이 시간·강도 차) → 외측섬유대 → 하구(중뇌) → 내측슬상체(시상)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일차 청각피질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(헤슬 이랑, 상측두회) — 양측성 표현이 커서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일측 피질 병변으로 난청이 생기지 않는다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검사: 순음 청력도, 어음 명료도(후미로성에서 불균형하게 나쁨), 고막운동도, 이음향방사(외유모세포), 청성뇌간반응(ABR — 신생아 선별·후미로 병변).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돌발성 감각신경성 난청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3일 이내 30 dB 이상 — 응급, 고용량 스테로이드(전신 ± 고막 내), MRI로 청신경초종 배제.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노인성 난청과 인지: 치매의 수정 가능 위험인자 중 기여도가 큼(B05 L01) — 보청기·인공와우가 인지·사회 참여에 영향.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청각 경로와 난청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B07-L07  ·  청각·전정계와 어지럼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이명: 말초 입력 소실 후 중추 과활성·가소성 — 소리 치료·인지행동치료.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청각 경로와 난청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B07-L07  ·  청각·전정계와 어지럼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난청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웨버(이마 음차)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린네(공기 vs 뼈)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원인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전음성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병측으로 편위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비정상(뼈 ≥ 공기)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귀지, 삼출성 중이염, 고막 천공,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이경화증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(등골 고정), 이소골 손상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감각신경성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건측으로 편위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정상(공기 &gt; 뼈)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노인성 난청(고주파 — 외유모세포 소실), 소음성(4 kHz 노치), 이독성(아미노글리코사이드·시스플라틴·루프 이뇨제), 메니에르(저주파), 돌발성 난청, 청신경초종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전정 기관과 반사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B07-L07  ·  청각·전정계와 어지럼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반고리관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(3개, 각가속도): 팽대부릉의 유모세포 — 머리 회전 시 내림프 관성 → 섬모 편위; 좌우 쌍이 밀고 당김(push-pull).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이석기관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(난형낭 — 수평 직선가속·머리 기울기, 구형낭 — 수직): 이석막의 탄산칼슘 결정.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전정안구반사(VOR)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머리 회전 → 동측 반고리관 흥분 → 전정핵 → 반대측 외전신경핵 + MLF → 눈이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머리 반대 방향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으로 이동 → 망막 상 안정(가장 빠른 반사, 지연 10 ms). 이득 = 눈 속도/머리 속도 ≈ 1.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전정척수반사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외측(항중력 신전근 — 자세), 내측(목).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전정 보상: 일측 손상 후 수일–수주에 걸쳐 중추가 재조정 → 급성기 전정 억제제(메클리진·벤조디아제핀)를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길게 쓰면 보상을 방해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하므로 단기간만 사용하고 전정 재활을 시작.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전정 기관과 반사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B07-L07  ·  청각·전정계와 어지럼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어지럼 용어: 현훈(회전감 — 전정), 실신 전(순환), 불균형(소뇌·고유감각·파킨슨), 비특이 어지럼(약물·대사·심인성).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어지럼의 진찰과 감별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B07-L07  ·  청각·전정계와 어지럼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접근 전환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'어떤 느낌인지'보다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시간 경과와 유발 요인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으로 분류(TiTrATE).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소뇌 경색은 '단순 어지럼'으로 보일 수 있어 보행 평가(혼자 설 수 없으면 중추성 의심)가 중요하다.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전정 재활: 적응(VOR 훈련), 습관화, 대치 — BPPV 외 대부분의 만성 어지럼에서 근거가 강하다.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어지럼의 진찰과 감별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B07-L07  ·  청각·전정계와 어지럼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증후군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특징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진찰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급성 전정 증후군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(수일 지속)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전정신경염 vs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뇌졸중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(후하소뇌동맥·전하소뇌동맥)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HINTS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: 두부 충동 검사(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 = 중추성 의심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), 안진 방향 전환, 교대 가림 수직 사시(skew) → '위험한' 조합이 초기 MRI보다 민감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발작성 체위 유발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(수 초)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BPPV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— 후반고리관 이석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딕스-홀파이크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: 잠복기 후 상향-회선 안진·피로 →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에플리 수기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 치료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자발 반복(수 분–수 시간)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메니에르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(변동성 저주파 난청·이명·이충만감 — 내림프 수종),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전정편두통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(편두통 병력·광음 과민), TIA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청력검사, 병력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지속 비특이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지속성 체위-지각 어지럼(PPPD), 약물, 기립성 저혈압, 심인성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기립 혈압, 약물 검토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중추성 단서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수직·순수 회선 안진, 주시 유발 방향 전환 안진, 고정으로 억제 안 됨, 심한 실조(걷지 못함), 두통·복시·구음장애·국소 징후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MRI(초기 DWI는 소뇌 소경색에서 10–20% 위음성)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B07-L07  ·  청각·전정계와 어지럼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OTOF 유전자 치료로 선천성 난청 아동의 청력이 회복된 결과(2024)는 내이 유전자 치료의 임상 가능성을 열었으며 GJB2 등으로 확장이 시도된다.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유모세포 재생(전구세포 재프로그래밍, 노치 억제)과 와우 유전자 전달 경로(정원창)가 연구 중이다.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전정 임플란트(양측 전정 기능 소실)가 임상시험에서 자세·시야 안정 개선을 보이고 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B07-L07  ·  청각·전정계와 어지럼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중이는 임피던스 정합으로 소리를 증폭하고, 와우 기저막은 주파수 지도를 형성하며, 유모세포는 팁 링크–기계전달 통로로 K⁺ 유입을 일으킨다.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외유모세포의 프레스틴 기반 증폭이 민감도를 결정하며 이음향방사는 신생아 청력 선별의 기초이다.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웨버·린네로 전음성과 감각신경성 난청을 구분하고, 일측 피질 병변은 난청을 일으키지 않는다.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반고리관·이석기관은 VOR과 자세 반사를 매개하며 급성 일측 손상은 중추 보상으로 회복된다.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어지럼은 시간·유발 요인으로 분류하고 HINTS와 딕스-홀파이크로 중추성과 BPPV를 감별한다.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B07-L07  ·  청각·전정계와 어지럼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급성 지속성 현훈 환자에서 두부 충동 검사가 '정상'인 것이 왜 더 위험한 소견인가?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전정신경염처럼 말초 전정 기능이 떨어지면 두부 충동 시 VOR 이득이 감소해 교정 단속운동이 나타난다(비정상). 반면 두부 충동이 정상이라면 말초 전정은 멀쩡하다는 뜻이므로, 지속적 현훈의 원인이 중추(소뇌·뇌간 경색)일 가능성이 높아진다. HINTS에서 방향 전환 안진이나 수직 사시가 동반되면 더욱 그렇다.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B07-L07  ·  청각·전정계와 어지럼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신생아 청력 선별에 이음향방사를 사용하는 원리는?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외유모세포는 프레스틴을 통해 능동적으로 길이를 변화시켜 소리를 증폭하는데, 이 과정에서 역으로 와우에서 외이도로 미세한 소리가 방출된다(이음향방사). 와우 기능이 정상이면 이 신호가 기록되므로 비침습적·빠른 선별이 가능하다. 다만 청각신경병증처럼 와우 이후 병변은 놓칠 수 있어 ABR을 병용한다.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B07-L07  ·  청각·전정계와 어지럼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좌측 귀가 전음성 난청일 때 웨버 검사에서 소리가 좌측으로 치우쳐 들리는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전음성 난청에서는 외부 배경 소음이 차단되고 중이의 감쇠 효과가 사라져 골전도로 전달된 소리가 환측에서 더 크게 지각된다. 또한 골전도 에너지가 고정된 이소골계에서 밖으로 빠져나가지 못해 와우 자극이 증가한다. 반면 감각신경성 난청에서는 건측으로 치우친다.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B07-L07  ·  청각·전정계와 어지럼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급성 어지럼 환자에게 메클리진 같은 전정 억제제를 장기간 처방하지 않는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전정 억제제는 급성기 증상을 줄이지만 중추 전정 보상 과정(비대칭 입력에 대한 재조정 학습)을 방해해 회복을 지연시킨다. 따라서 48–72시간 이내 단기간만 사용하고, 조기에 전정 재활 운동을 시작하는 것이 장기 예후에 유리하다.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B07-L07  ·  청각·전정계와 어지럼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Kandel ER et al. Principles of Neural Science, 6th ed. Ch. 26–27.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Hudspeth AJ. Integrating the active process of hair cells with cochlear function. Nat Rev Neurosci 2014;15:600–614.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Newman-Toker DE, Edlow JA. TiTrATE: a novel, evidence-based approach to diagnosing acute dizziness and vertigo. Neurol Clin 2015;33:577–599.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B07-L07  ·  청각·전정계와 어지럼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Kattah JC et al. HINTS to diagnose stroke in the acute vestibular syndrome. Stroke 2009;40:3504–3510.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Lv J et al. AAV1-hOTOF gene therapy for autosomal recessive deafness 9: a single-arm trial. Lancet 2024;403:2317–2325.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