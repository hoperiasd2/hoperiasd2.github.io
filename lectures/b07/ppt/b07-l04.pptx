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가역적 후뇌병증 증후군(PRES). 급격한 혈압 상승이 뇌혈류 자동조절 한계를 넘거나 내피 기능장애가 생겨 혈액뇌장벽이 깨지고 혈관성 부종이 발생한다. 후순환 영역은 교감신경 지배가 상대적으로 적어 자동조절이 약해 후두-두정엽이 먼저 침범된다. 혈압 조절과 원인 제거로 대개 가역적이다.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내피 치밀이음부와 세포질 소포 결핍으로 세포 사이·세포 통과 수동 확산이 차단된다. (2) 내피 혈관 쪽 막의 유출 펌프(P-당단백, BCRP, MRP)가 들어온 약물을 능동적으로 혈액으로 되돌린다. 그래서 지용성이어도 유출 펌프 기질이면 뇌 농도가 낮다.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조현병에서는 C4A 유전자 복제수·발현 증가가 과도한 시냅스 가지치기와 청소년기 피질 시냅스 소실에 기여한다는 가설이 있고, 알츠하이머병에서는 C1q·C3가 아밀로이드 병리 초기부터 재활성화되어 시냅스 소실을 매개한다는 증거가 있다. 보체 억제가 치료 전략으로 연구된다.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성상세포 종말발의 AQP4는 수분 이동과 혈관 주위 림프 배출(노폐물 제거)에 핵심이며, 극성 소실은 부종과 대사 노폐물 축적에 기여한다. (2) AQP4에 대한 IgG 자가항체는 시신경척수염 스펙트럼 장애의 원인으로, 보체 매개 성상세포 손상을 일으키며 항체 검사로 다발성 경화증과 감별하고 치료도 다르다.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B07 신경생리학과 신경해부학 기초  ·  세포 신경생리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교세포와 혈액뇌장벽</a:t>
            </a:r>
          </a:p>
          <a:p>
            <a:r>
              <a:rPr sz="2000" b="0" i="0">
                <a:solidFill>
                  <a:srgbClr val="C2CDD6"/>
                </a:solidFill>
                <a:latin typeface="Malgun Gothic"/>
                <a:ea typeface="Malgun Gothic"/>
                <a:cs typeface="Malgun Gothic"/>
              </a:rPr>
              <a:t>Glia and the Blood–Brain Barrier</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B07-L04</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교세포(성상세포, 올리고덴드로사이트, 미세아교세포, 상의세포, 말초 슈반세포)의 기원과 기능을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성상세포의 대사·이온 완충·시냅스 조절 역할을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혈액뇌장벽의 구조(신경혈관 단위)와 물질 이동, 붕괴의 임상 결과를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미세아교세포의 발생·감시·시냅스 가지치기·질환 반응을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교세포 표적 치료와 약물 전달 전략을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교세포의 종류와 기원</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성상세포의 기능</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혈액뇌장벽과 신경혈관 단위</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미세아교세포</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교세포 표적 치료와 약물 전달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교세포의 종류와 기원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사람 뇌에서 교세포 : 신경세포 비는 영역마다 다르며 전체적으로 약 1:1(과거 '10:1'은 과장).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교세포의 종류와 기원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세포</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기원</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주요 기능</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성상세포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신경외배엽(방사 교세포)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이온·수분 항상성, 신경전달물질 재흡수, 대사 지원, 혈액뇌장벽 유도, 시냅스 형성·제거, 흉터 형성</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올리고덴드로사이트</a:t>
                      </a:r>
                    </a:p>
                  </a:txBody>
                  <a:tcPr marL="73152" marR="73152">
                    <a:solidFill>
                      <a:srgbClr val="ECF1F5"/>
                    </a:solidFill>
                  </a:tcPr>
                </a:tc>
                <a:tc>
                  <a:txBody>
                    <a:bodyPr/>
                    <a:lstStyle/>
                    <a:p>
                      <a:r>
                        <a:rPr sz="1500" b="0" i="0">
                          <a:solidFill>
                            <a:srgbClr val="11202B"/>
                          </a:solidFill>
                          <a:latin typeface="Malgun Gothic"/>
                          <a:ea typeface="Malgun Gothic"/>
                          <a:cs typeface="Malgun Gothic"/>
                        </a:rPr>
                        <a:t>신경외배엽(OPC)</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중추 수초 형성(1개가 여러 축삭), 축삭 대사 지원(MCT1)</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미세아교세포</a:t>
                      </a:r>
                    </a:p>
                  </a:txBody>
                  <a:tcPr marL="73152" marR="73152">
                    <a:solidFill>
                      <a:srgbClr val="FFFFFF"/>
                    </a:solidFill>
                  </a:tcPr>
                </a:tc>
                <a:tc>
                  <a:txBody>
                    <a:bodyPr/>
                    <a:lstStyle/>
                    <a:p>
                      <a:r>
                        <a:rPr sz="1500" b="1" i="0">
                          <a:solidFill>
                            <a:srgbClr val="11202B"/>
                          </a:solidFill>
                          <a:latin typeface="Malgun Gothic"/>
                          <a:ea typeface="Malgun Gothic"/>
                          <a:cs typeface="Malgun Gothic"/>
                        </a:rPr>
                        <a:t>난황낭 유래 대식세포</a:t>
                      </a:r>
                      <a:r>
                        <a:rPr sz="1500" b="0" i="0">
                          <a:solidFill>
                            <a:srgbClr val="11202B"/>
                          </a:solidFill>
                          <a:latin typeface="Malgun Gothic"/>
                          <a:ea typeface="Malgun Gothic"/>
                          <a:cs typeface="Malgun Gothic"/>
                        </a:rPr>
                        <a:t>(배아기 이주, 자가 재생)</a:t>
                      </a:r>
                    </a:p>
                  </a:txBody>
                  <a:tcPr marL="73152" marR="73152">
                    <a:solidFill>
                      <a:srgbClr val="FFFFFF"/>
                    </a:solidFill>
                  </a:tcPr>
                </a:tc>
                <a:tc>
                  <a:txBody>
                    <a:bodyPr/>
                    <a:lstStyle/>
                    <a:p>
                      <a:r>
                        <a:rPr sz="1500" b="0" i="0">
                          <a:solidFill>
                            <a:srgbClr val="11202B"/>
                          </a:solidFill>
                          <a:latin typeface="Malgun Gothic"/>
                          <a:ea typeface="Malgun Gothic"/>
                          <a:cs typeface="Malgun Gothic"/>
                        </a:rPr>
                        <a:t>면역 감시, 탐식, 시냅스 가지치기, 사이토카인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상의세포</a:t>
                      </a:r>
                    </a:p>
                  </a:txBody>
                  <a:tcPr marL="73152" marR="73152">
                    <a:solidFill>
                      <a:srgbClr val="ECF1F5"/>
                    </a:solidFill>
                  </a:tcPr>
                </a:tc>
                <a:tc>
                  <a:txBody>
                    <a:bodyPr/>
                    <a:lstStyle/>
                    <a:p>
                      <a:r>
                        <a:rPr sz="1500" b="0" i="0">
                          <a:solidFill>
                            <a:srgbClr val="11202B"/>
                          </a:solidFill>
                          <a:latin typeface="Malgun Gothic"/>
                          <a:ea typeface="Malgun Gothic"/>
                          <a:cs typeface="Malgun Gothic"/>
                        </a:rPr>
                        <a:t>신경외배엽</a:t>
                      </a:r>
                    </a:p>
                  </a:txBody>
                  <a:tcPr marL="73152" marR="73152">
                    <a:solidFill>
                      <a:srgbClr val="ECF1F5"/>
                    </a:solidFill>
                  </a:tcPr>
                </a:tc>
                <a:tc>
                  <a:txBody>
                    <a:bodyPr/>
                    <a:lstStyle/>
                    <a:p>
                      <a:r>
                        <a:rPr sz="1500" b="0" i="0">
                          <a:solidFill>
                            <a:srgbClr val="11202B"/>
                          </a:solidFill>
                          <a:latin typeface="Malgun Gothic"/>
                          <a:ea typeface="Malgun Gothic"/>
                          <a:cs typeface="Malgun Gothic"/>
                        </a:rPr>
                        <a:t>뇌실 내면, 섬모로 CSF 흐름, 맥락얼기 상피는 CSF 생성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NG2 세포(OPC)</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성인 뇌의 증식 세포 — 수초 재생, 시냅스 받음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슈반세포</a:t>
                      </a:r>
                    </a:p>
                  </a:txBody>
                  <a:tcPr marL="73152" marR="73152">
                    <a:solidFill>
                      <a:srgbClr val="ECF1F5"/>
                    </a:solidFill>
                  </a:tcPr>
                </a:tc>
                <a:tc>
                  <a:txBody>
                    <a:bodyPr/>
                    <a:lstStyle/>
                    <a:p>
                      <a:r>
                        <a:rPr sz="1500" b="1" i="0">
                          <a:solidFill>
                            <a:srgbClr val="11202B"/>
                          </a:solidFill>
                          <a:latin typeface="Malgun Gothic"/>
                          <a:ea typeface="Malgun Gothic"/>
                          <a:cs typeface="Malgun Gothic"/>
                        </a:rPr>
                        <a:t>신경능선</a:t>
                      </a:r>
                    </a:p>
                  </a:txBody>
                  <a:tcPr marL="73152" marR="73152">
                    <a:solidFill>
                      <a:srgbClr val="ECF1F5"/>
                    </a:solidFill>
                  </a:tcPr>
                </a:tc>
                <a:tc>
                  <a:txBody>
                    <a:bodyPr/>
                    <a:lstStyle/>
                    <a:p>
                      <a:r>
                        <a:rPr sz="1500" b="0" i="0">
                          <a:solidFill>
                            <a:srgbClr val="11202B"/>
                          </a:solidFill>
                          <a:latin typeface="Malgun Gothic"/>
                          <a:ea typeface="Malgun Gothic"/>
                          <a:cs typeface="Malgun Gothic"/>
                        </a:rPr>
                        <a:t>말초 수초(1개가 1분절), 재생 유도(뷩너 띠)</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위성세포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신경능선</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신경절 세포체 둘러쌈, 통증 조절</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성상세포의 기능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K⁺ 공간 완충</a:t>
            </a:r>
            <a:r>
              <a:rPr sz="1800" b="0" i="0">
                <a:solidFill>
                  <a:srgbClr val="11202B"/>
                </a:solidFill>
                <a:latin typeface="Malgun Gothic"/>
                <a:ea typeface="Malgun Gothic"/>
                <a:cs typeface="Malgun Gothic"/>
              </a:rPr>
              <a:t>: Kir4.1 통로로 활동 부위의 과잉 K⁺을 흡수해 간극 연접 연결망을 통해 분산 — 실패 시 과흥분(뇌전증).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수분 항상성</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아쿠아포린-4</a:t>
            </a:r>
            <a:r>
              <a:rPr sz="1800" b="0" i="0">
                <a:solidFill>
                  <a:srgbClr val="11202B"/>
                </a:solidFill>
                <a:latin typeface="Malgun Gothic"/>
                <a:ea typeface="Malgun Gothic"/>
                <a:cs typeface="Malgun Gothic"/>
              </a:rPr>
              <a:t>(혈관 주위 종말발 집중) — 세포독성·혈관성 부종, 림프 배출(B08 L02), 시신경척수염의 자가항원.</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신경전달물질 재흡수</a:t>
            </a:r>
            <a:r>
              <a:rPr sz="1800" b="0" i="0">
                <a:solidFill>
                  <a:srgbClr val="11202B"/>
                </a:solidFill>
                <a:latin typeface="Malgun Gothic"/>
                <a:ea typeface="Malgun Gothic"/>
                <a:cs typeface="Malgun Gothic"/>
              </a:rPr>
              <a:t>: EAAT1/2(글루탐산 — 뇌 전체 흡수의 90%), GAT; 글루타민 합성효소로 재순환(B05 L01).</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대사</a:t>
            </a:r>
            <a:r>
              <a:rPr sz="1800" b="0" i="0">
                <a:solidFill>
                  <a:srgbClr val="11202B"/>
                </a:solidFill>
                <a:latin typeface="Malgun Gothic"/>
                <a:ea typeface="Malgun Gothic"/>
                <a:cs typeface="Malgun Gothic"/>
              </a:rPr>
              <a:t>: 유일한 글리코겐 저장, 젖산 공급, 혈관과 시냅스를 잇는 신경혈관 결합(종말발에서 혈관 직경 조절).</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시냅스 조절('3자 시냅스')</a:t>
            </a:r>
            <a:r>
              <a:rPr sz="1800" b="0" i="0">
                <a:solidFill>
                  <a:srgbClr val="11202B"/>
                </a:solidFill>
                <a:latin typeface="Malgun Gothic"/>
                <a:ea typeface="Malgun Gothic"/>
                <a:cs typeface="Malgun Gothic"/>
              </a:rPr>
              <a:t>: 트롬보스폰딘·헤바인·글리피칸으로 시냅스 형성 유도, MEGF10/MERTK로 시냅스 제거, D-세린·ATP 방출.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성상세포의 기능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반응성 성상세포증</a:t>
            </a:r>
            <a:r>
              <a:rPr sz="2200" b="0" i="0">
                <a:solidFill>
                  <a:srgbClr val="11202B"/>
                </a:solidFill>
                <a:latin typeface="Malgun Gothic"/>
                <a:ea typeface="Malgun Gothic"/>
                <a:cs typeface="Malgun Gothic"/>
              </a:rPr>
              <a:t>: 손상 시 GFAP 상향·비대 → 경계 형성(초기에는 보호적), 만성기 흉터는 축삭 재생 저해(콘드로이틴 황산 프로테오글리칸).</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질환: 알렉산더병(GFAP), 시신경척수염(AQP4 항체), 간성뇌병증(글루타민 축적), 뇌전증(Kir4.1·EAAT2 감소), 성상세포종.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혈액뇌장벽과 신경혈관 단위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구성</a:t>
            </a:r>
            <a:r>
              <a:rPr sz="1800" b="0" i="0">
                <a:solidFill>
                  <a:srgbClr val="11202B"/>
                </a:solidFill>
                <a:latin typeface="Malgun Gothic"/>
                <a:ea typeface="Malgun Gothic"/>
                <a:cs typeface="Malgun Gothic"/>
              </a:rPr>
              <a:t>: 내피세포(치밀이음부 — 클라우딘-5, 오클루딘, ZO-1; 세포질 소포 적음) + 기저막 + </a:t>
            </a:r>
            <a:r>
              <a:rPr sz="1800" b="1" i="0">
                <a:solidFill>
                  <a:srgbClr val="11202B"/>
                </a:solidFill>
                <a:latin typeface="Malgun Gothic"/>
                <a:ea typeface="Malgun Gothic"/>
                <a:cs typeface="Malgun Gothic"/>
              </a:rPr>
              <a:t>주피세포</a:t>
            </a:r>
            <a:r>
              <a:rPr sz="1800" b="0" i="0">
                <a:solidFill>
                  <a:srgbClr val="11202B"/>
                </a:solidFill>
                <a:latin typeface="Malgun Gothic"/>
                <a:ea typeface="Malgun Gothic"/>
                <a:cs typeface="Malgun Gothic"/>
              </a:rPr>
              <a:t>(모세혈관 피복률 높음 — 장벽 유지·혈류 조절) + 성상세포 </a:t>
            </a:r>
            <a:r>
              <a:rPr sz="1800" b="1" i="0">
                <a:solidFill>
                  <a:srgbClr val="11202B"/>
                </a:solidFill>
                <a:latin typeface="Malgun Gothic"/>
                <a:ea typeface="Malgun Gothic"/>
                <a:cs typeface="Malgun Gothic"/>
              </a:rPr>
              <a:t>종말발</a:t>
            </a:r>
            <a:r>
              <a:rPr sz="1800" b="0" i="0">
                <a:solidFill>
                  <a:srgbClr val="11202B"/>
                </a:solidFill>
                <a:latin typeface="Malgun Gothic"/>
                <a:ea typeface="Malgun Gothic"/>
                <a:cs typeface="Malgun Gothic"/>
              </a:rPr>
              <a:t> + 신경세포·미세아교세포 = </a:t>
            </a:r>
            <a:r>
              <a:rPr sz="1800" b="1" i="0">
                <a:solidFill>
                  <a:srgbClr val="11202B"/>
                </a:solidFill>
                <a:latin typeface="Malgun Gothic"/>
                <a:ea typeface="Malgun Gothic"/>
                <a:cs typeface="Malgun Gothic"/>
              </a:rPr>
              <a:t>신경혈관 단위</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이동 방식: 지용성 소분자 확산(O₂, CO₂, 마취제, 에탄올), 수송체(GLUT1 — 포도당, LAT1 — 대형 중성아미노산·레보도파, MCT1 — 젖산·케톤), 수용체 매개 세포내섭취(트랜스페린, 인슐린), 유출 펌프(</a:t>
            </a:r>
            <a:r>
              <a:rPr sz="1800" b="1" i="0">
                <a:solidFill>
                  <a:srgbClr val="11202B"/>
                </a:solidFill>
                <a:latin typeface="Malgun Gothic"/>
                <a:ea typeface="Malgun Gothic"/>
                <a:cs typeface="Malgun Gothic"/>
              </a:rPr>
              <a:t>P-당단백</a:t>
            </a:r>
            <a:r>
              <a:rPr sz="1800" b="0" i="0">
                <a:solidFill>
                  <a:srgbClr val="11202B"/>
                </a:solidFill>
                <a:latin typeface="Malgun Gothic"/>
                <a:ea typeface="Malgun Gothic"/>
                <a:cs typeface="Malgun Gothic"/>
              </a:rPr>
              <a:t>, BCRP — 많은 약물 배제).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발생·유지 신호: Wnt/β-카테닌(내피 장벽 유도), 성상세포 소닉 헤지호그, 주피세포 PDGFB–PDGFRβ.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혈액뇌장벽과 신경혈관 단위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장벽이 없는 곳(뇌실주위기관)</a:t>
            </a:r>
            <a:r>
              <a:rPr sz="2000" b="0" i="0">
                <a:solidFill>
                  <a:srgbClr val="11202B"/>
                </a:solidFill>
                <a:latin typeface="Malgun Gothic"/>
                <a:ea typeface="Malgun Gothic"/>
                <a:cs typeface="Malgun Gothic"/>
              </a:rPr>
              <a:t>: 맨아래구역(구토 — 화학수용 방아쇠 구역), 뇌궁하기관·종말판혈관기관(삼투 감지), 정중융기(호르몬 방출), 송과선, 신경하수체 → 전신 신호 감지와 분비.</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혈액-신경 장벽</a:t>
            </a:r>
            <a:r>
              <a:rPr sz="2000" b="0" i="0">
                <a:solidFill>
                  <a:srgbClr val="11202B"/>
                </a:solidFill>
                <a:latin typeface="Malgun Gothic"/>
                <a:ea typeface="Malgun Gothic"/>
                <a:cs typeface="Malgun Gothic"/>
              </a:rPr>
              <a:t>은 후근신경절·신경 말단에서 약해 면역·독소·조영제 접근이 쉽다(통증 질환·자가면역 신경병증과 관련).</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붕괴의 임상: 혈관성 부종(종양·농양·염증 — 조영 증강), 가역적 후뇌병증 증후군(PRES — 고혈압·자간전증·면역억제제, 후두-두정 혈관성 부종), 다발성 경화증 조영 증강 병변, 뇌졸중 후 출혈 변형, 당뇨·고혈압·노화에 의한 만성 누출(인지 저하).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미세아교세포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발생: 난황낭 적혈구-골수 전구세포 → 배아 초기 뇌 정착 → 자가 재생(골수 유래 보충은 정상에서는 거의 없음) → CSF1R 신호 의존(억제제로 거의 완전히 제거 후 재증식 가능 — '리셋' 전략).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정상 기능: 끊임없는 돌기 운동으로 실질 감시, 시냅스 접촉·활동 조절, </a:t>
            </a:r>
            <a:r>
              <a:rPr sz="1800" b="1" i="0">
                <a:solidFill>
                  <a:srgbClr val="11202B"/>
                </a:solidFill>
                <a:latin typeface="Malgun Gothic"/>
                <a:ea typeface="Malgun Gothic"/>
                <a:cs typeface="Malgun Gothic"/>
              </a:rPr>
              <a:t>보체(C1q, C3)–CR3 의존 시냅스 가지치기</a:t>
            </a:r>
            <a:r>
              <a:rPr sz="1800" b="0" i="0">
                <a:solidFill>
                  <a:srgbClr val="11202B"/>
                </a:solidFill>
                <a:latin typeface="Malgun Gothic"/>
                <a:ea typeface="Malgun Gothic"/>
                <a:cs typeface="Malgun Gothic"/>
              </a:rPr>
              <a:t>(발달기 — 외측슬상체 정제; 질환에서 재활성 — 알츠하이머·조현병), 사멸 세포 탐식, 수초 파편 제거(재수초화 필수 단계).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반응 상태: 'M1/M2' 이분법은 폐기 → 질환별 전사 상태(DAM — 질환 연관 미세아교세포, TREM2–APOE 의존; 백질 연관 미세아교세포; 인터페론 반응형).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미세아교세포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수용체·표지: TREM2(지질·세포 파편 감지 — AD 위험 유전자), P2Y12(항상성 표지), CX3CR1(뉴런과의 대화), TMEM119.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질환: 알츠하이머(B08 L04), 신경병증성 통증(척수 후각 미세아교세포 활성), 나수-하콜라병(TREM2/TYROBP — 골낭종 + 치매), CSF1R 관련 백질뇌병증(ALSP — 성인 치매·보행 장애 → 조혈모세포이식 시도).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뇌 대식세포 아형: 경계 연관 대식세포(수막·혈관 주위·맥락얼기) — 미세아교세포와 다른 기원·기능.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교세포 표적 치료와 약물 전달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재수초화 촉진: OPC 분화 유도(클레마스틴 — 2상 VEP 개선, 오피시누맙 — 항LINGO-1 혼재), 미세아교세포 파편 제거 촉진.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성상세포 표적: 알렉산더병 GFAP ASO(B05 L13), AQP4 항체 차단(시신경척수염 — 사트랄리주맙·이네빌리주맙·에쿨리주맙), 글루탐산 수송체 상향(세프트리악손 — ALS 3상 음성).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미세아교세포 표적: CSF1R 억제(실험), TREM2 작용 항체(임상 실패 사례 포함), P2X4/P2Y12(통증), 인플라마좀 억제.</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약물 전달 전략</a:t>
            </a:r>
            <a:r>
              <a:rPr sz="1800" b="0" i="0">
                <a:solidFill>
                  <a:srgbClr val="11202B"/>
                </a:solidFill>
                <a:latin typeface="Malgun Gothic"/>
                <a:ea typeface="Malgun Gothic"/>
                <a:cs typeface="Malgun Gothic"/>
              </a:rPr>
              <a:t>: 수용체 매개 셔틀(트랜스페린 수용체 결합 항체·효소), 지질 친화성 설계, 유출 펌프 회피, 집속 초음파 + 미세기포로 일시적 BBB 개방(알츠하이머·뇌종양 임상), 비강 경로(후각·삼차신경 주위), 척수강 내·실질 내 투여(B06 L12).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단일세포·공간 전사체가 사람 교세포의 영역별·질환별 상태를 정의하면서, 교세포가 신경질환의 '조연'이 아니라 능동적 결정자라는 관점이 확립되었다.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집속 초음파 BBB 개방은 항체·유전자 치료의 뇌 전달을 높이는 비침습 기술로 임상 단계에 있으며 안전성·재현성이 과제이다.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사람 iPSC 유래 미세아교세포를 생쥐 뇌에 이식한 키메라 모델이 사람 특이 미세아교세포 반응(APOE4 효과 등) 연구를 가능하게 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교세포는 수적으로 신경세포에 필적하며 대사 지원, 이온·수분 항상성, 수초 형성, 면역 감시를 담당한다.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성상세포는 K⁺·글루탐산 완충, 글리코겐·젖산 공급, 시냅스 형성·제거, 신경혈관 결합의 중심이다.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혈액뇌장벽은 치밀이음부 내피·주피세포·성상세포 종말발로 구성되며 수송체와 유출 펌프가 물질 출입을 결정한다.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미세아교세포는 난황낭 유래로 자가 재생하며 보체 의존 시냅스 가지치기와 질환 연관 상태 전환을 보인다.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교세포 표적 치료와 BBB 통과 전달 기술이 신경질환 치료의 새로운 축이 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자간전증 산모가 두통과 시야 장애, 경련을 보이고 MRI에서 양측 후두-두정 백질 부종이 나타났다.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가역적 후뇌병증 증후군(PRES). 급격한 혈압 상승이 뇌혈류 자동조절 한계를 넘거나 내피 기능장애가 생겨 혈액뇌장벽이 깨지고 혈관성 부종이 발생한다. 후순환 영역은 교감신경 지배가 상대적으로 적어 자동조절이 약해 후두-두정엽이 먼저 침범된다. 혈압 조절과 원인 제거로 대개 가역적이다.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항암제를 포함한 많은 약물이 뇌에 도달하지 못하는 이유를 두 가지 기전으로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내피 치밀이음부와 세포질 소포 결핍으로 세포 사이·세포 통과 수동 확산이 차단된다. (2) 내피 혈관 쪽 막의 유출 펌프(P-당단백, BCRP, MRP)가 들어온 약물을 능동적으로 혈액으로 되돌린다. 그래서 지용성이어도 유출 펌프 기질이면 뇌 농도가 낮다.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발달기 미세아교세포의 보체 의존 시냅스 가지치기가 질환과 연결되는 예를 들라.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조현병에서는 C4A 유전자 복제수·발현 증가가 과도한 시냅스 가지치기와 청소년기 피질 시냅스 소실에 기여한다는 가설이 있고, 알츠하이머병에서는 C1q·C3가 아밀로이드 병리 초기부터 재활성화되어 시냅스 소실을 매개한다는 증거가 있다. 보체 억제가 치료 전략으로 연구된다.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아쿠아포린-4가 임상적으로 중요한 두 가지 맥락을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성상세포 종말발의 AQP4는 수분 이동과 혈관 주위 림프 배출(노폐물 제거)에 핵심이며, 극성 소실은 부종과 대사 노폐물 축적에 기여한다. (2) AQP4에 대한 IgG 자가항체는 시신경척수염 스펙트럼 장애의 원인으로, 보체 매개 성상세포 손상을 일으키며 항체 검사로 다발성 경화증과 감별하고 치료도 다르다.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Kandel ER et al. Principles of Neural Science, 6th ed. Ch. 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Allen NJ, Lyons DA. Glia as architects of central nervous system formation and function. Science 2018;362:181–185.</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Sweeney MD et al. Blood–brain barrier: from physiology to disease and back. Physiol Rev 2019;99:21–78.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Prinz M, Jung S, Priller J. Microglia biology: one century of evolving concepts. Cell 2019;179:292–311.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Paolicelli RC et al. Microglia states and nomenclature: a field at its crossroads. Neuron 2022;110:3458–3483.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