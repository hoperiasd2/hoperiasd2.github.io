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베르니케 실어증으로 좌 상측두회 후부 병변이다. 바로 아래를 지나는 측두엽 시방사(마이어 고리)가 함께 침범되면 우측 상부 사분맹이 생길 수 있다. 환자는 자신의 말이 이상함을 인식하지 못하는 경우가 많다.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우반구는 좌·우 양측 공간에 대한 주의를 모두 담당하는 반면 좌반구는 주로 우측 공간만 담당한다. 따라서 좌반구가 손상되면 우반구가 양측을 보상할 수 있지만, 우반구가 손상되면 좌측 공간을 담당할 구조가 없어 지속적이고 심한 좌측 무시가 생긴다.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기술 학습은 절차 기억으로 기저핵과 소뇌가 담당하며, 해마 의존 서술 기억 체계와 해부학적으로 분리되어 있기 때문이다. 그래서 환자는 수행이 향상되면서도 연습한 사실 자체를 기억하지 못한다. H.M. 사례가 이 분리를 보여준 고전적 증거이다.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이들은 기본 모드 네트워크의 중심 허브로 대사 활동과 연결성이 매우 높아 아밀로이드 축적과 시냅스 활동 의존적 병리 확산에 취약하다. FDG-PET에서 이 영역의 저대사가 조기에 나타나며, 이는 병리가 무작위가 아니라 네트워크를 따라 퍼진다는 가설을 뒷받침한다.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B07 신경생리학과 신경해부학 기초  ·  통합 신경해부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대뇌 피질과 고위 인지 기능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Cerebral Cortex and Higher Cortical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B07-L10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피질의 층 구조·세포 유형과 영역 구분(브로드만, 연합 피질)을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언어 회로와 실어증 유형을 감별한다.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우반구 기능(무시, 구성 장애)과 전두엽 집행 기능을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기억 체계(일화, 의미, 절차, 작업)와 해부학적 기초를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피질 네트워크(기본 모드, 현출성, 집행)와 질환별 침범 패턴을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피질의 구조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언어와 실어증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우반구 기능과 전두엽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기억 체계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피질 네트워크와 질환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피질의 구조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6층 신생피질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I 분자층(수평 연결), II/III 외과립·외추체(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피질-피질 연합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), IV 내과립(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시상 입력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— 감각 피질에서 두꺼움, 운동 피질에서 얇음 — '무과립 피질'), V 내추체(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피질하 출력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— 척수·기저핵·뇌간; 베츠 세포), VI 다형층(시상 되먹임).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세포: 흥분성 추체세포(약 80%, 글루탐산), 억제성 개재뉴런(약 20%, GABA — PV·SST·VIP 계열; 배아 기저핵 융기에서 접선 이동).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피질 기둥(column)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기능 단위 가설(방향 기둥, 안구 우세 기둥, 배럴).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고전 분류: 일차 감각·운동 피질 → 단일 양식 연합 피질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다중 양식 연합 피질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(후두정, 전전두, 측두 — 통합·추상화).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피질의 구조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연결: 연합 섬유(궁상속, 상종속, 구상속, 대상속), 교련 섬유(뇌량 — 분리뇌), 투사 섬유(내포).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언어와 실어증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좌반구 우세: 오른손잡이의 95%, 왼손잡이의 약 70%도 좌반구.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현대 모델: 배측 경로(소리 → 조음, 궁상속·상종속)와 복측 경로(소리 → 의미, 구상속·극단속) — 고전 베르니케-리히트하임 모델의 확장.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원발 진행성 실어증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(B06 L06): 비유창/문법 상실형(타우), 의미형(TDP-43 — 좌 전측두), 로고페닉형(알츠하이머 병리 — 좌 측두두정).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실독증·실서증: 순수 실독증(좌 후두 + 뇌량 팽대 — 쓸 수 있으나 읽지 못함), 거스트만 증후군(좌 각회 — 실서·실산·좌우 혼동·손가락 실인).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말장애 감별: 구음장애(발음 — 운동), 말실행증(조음 계획), 실어증(언어), 함묵증.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언어와 실어증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실어증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유창성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이해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따라말하기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병변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브로카(표현성)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비유창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비교적 보존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좌 하전두회(44,45) ± 피질하 — 좌절감, 우측 반신마비 동반 흔함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베르니케(수용성)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유창(의미 없는 말, 신조어)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좌 상측두회 후부(22) — 병식 없음, 상부 사분맹 가능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전도성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현저히 손상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궁상속·연상회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전실어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비유창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광범위 좌중대뇌동맥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연결피질 운동성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비유창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브로카 전·상방(분수령)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연결피질 감각성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유창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손상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베르니케 후방(분수령)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명칭성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유창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다양(측두 하부) — 가장 비특이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우반구 기능과 전두엽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편측 무시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우 하두정소엽·측두두정 접합·전두 병변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좌측 공간·신체 무시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(선 이등분, 지우기 과제, 그림 그리기); 우반구가 양측 공간 주의를 담당해 좌반구 병변보다 흔하고 심하다.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질병인식불능증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(anosognosia) 동반.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기타 우반구: 운율(감정 어조), 얼굴 인식(방추회 — 얼굴실인증), 구성 능력, 지형 기억.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전두엽 집행 기능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배외측 전전두(작업기억·계획·인지 유연성 — 위스콘신 카드 분류, 언어 유창성), 안와전두(억제·사회 판단 — 탈억제·충동), 내측 전두/전대상(동기·개시 — 무감동·무동성 함묵증), 전두안구영역.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전두엽 징후: 보속증, 이용·모방 행동, 원시 반사(쥐기·빨기·미간 반사), 보행 실행증, 성격 변화(피니어스 게이지; bvFTD — B06 L06).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우반구 기능과 전두엽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분리뇌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(뇌량 절단): 좌시야 자극을 말로 표현 못함(우반구 → 좌반구 언어 영역 차단), 외계인 손 증후군.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기억 체계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해마 손상(H.M. 사례 — 양측 내측 측두엽 절제):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전향성 기억상실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+ 시간 기울기 있는 역행성 기억상실, 절차 학습·작업기억은 보존 → 기억 체계의 분리 증명.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기억 고정화: 시냅스 고정(LTP — 수 시간), 체계 고정(해마 → 신생피질 이전, 수면 중 재활성화·예리파 — 수 년).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기억상실 증후군: 알츠하이머(내후각·해마 초기), 베르니케-코르사코프(유두체·시상 — B05 L09), 단순포진 뇌염(측두엽·변연), 자가면역 변연계 뇌염(LGI1 — B08 L10), 저산소(CA1), 일과성 전기억상실(해마 CA1 점상 DWI 병변, 수 시간 내 회복).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기억 체계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유형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해부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일화 기억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(서술적)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사건·경험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해마·내후각피질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유두체–시상전핵(파페즈 회로), 전전두(인출)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 기억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사실·개념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전측두엽(의미형 PPA에서 소실)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작업기억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 초–수 분 유지·조작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배외측 전전두 + 두정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절차 기억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(비서술)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기술·습관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기저핵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소뇌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정서 기억·공포 조건화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편도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점화·고전 조건화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신생피질, 소뇌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피질 네트워크와 질환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대규모 네트워크(휴지기 fMRI):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기본 모드 네트워크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(후대상·쐐기앞소엽, 내측 전전두, 각회): 자기 참조·기억 회상·'멍때림' —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알츠하이머의 초기 침범 부위와 일치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(아밀로이드 축적·포도당 저대사).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현출성 네트워크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(전측섬엽·전대상, 폰 에코노모 신경세포): 중요 자극 탐지·전환 —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행동 변이 FTD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에서 선택적 손상.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집행 제어 네트워크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(배외측 전전두·후두정): 목표 지향 행동.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배측·복측 주의 네트워크: 무시 증후군.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네트워크 기반 신경퇴행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각 퇴행성 질환이 특정 네트워크를 따라 단백 병리가 전파된다는 가설(Seeley) — 병변 네트워크 지도화(lesion network mapping)로 증상(환각·무시·불수의 운동)이 공통 회로에 대응함이 밝혀짐.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피질 네트워크와 질환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피질 가소성: 감각 박탈·절단 후 지도 재편(환지통), 학습에 따른 확장, 재활의 신경 기초.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병변 네트워크 지도화가 이질적 병변 위치에서 공통 회로를 찾아내어, 뇌 자극 표적(우울·중독·운동장애)을 개인화하는 데 쓰이고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고밀도 전극·뇌-컴퓨터 인터페이스가 마비 환자의 내적 발화를 실시간 문장으로 복원하는 수준에 이르렀다.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인간 뇌 세포 아틀라스로 피질 영역별 신경세포 아형 지도가 완성되면서, 사람 특이적 피질 회로 특성이 밝혀지고 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신생피질은 6층 구조로 IV층이 시상 입력, V층이 피질하 출력을 담당한다.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실어증은 유창성·이해·따라말하기의 조합으로 분류되며 배측·복측 언어 경로 모델로 이해된다.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우반구 손상은 좌측 무시와 질병인식불능증을, 전두엽 손상은 집행 기능·억제·동기 장애를 일으킨다.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기억은 일화(해마)·의미(전측두)·절차(기저핵·소뇌)·작업(전전두)으로 분리되어 있다.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기본 모드·현출성·집행 네트워크의 선택적 취약성이 알츠하이머·FTD 등 질환별 증상 패턴을 설명한다.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유창하게 말하지만 내용이 의미 없고, 이해와 따라말하기가 모두 손상된 환자의 병변 부위와 동반 가능한 시야 결손은?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베르니케 실어증으로 좌 상측두회 후부 병변이다. 바로 아래를 지나는 측두엽 시방사(마이어 고리)가 함께 침범되면 우측 상부 사분맹이 생길 수 있다. 환자는 자신의 말이 이상함을 인식하지 못하는 경우가 많다.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좌측 편측 무시가 우반구 병변에서 훨씬 흔하고 심한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우반구는 좌·우 양측 공간에 대한 주의를 모두 담당하는 반면 좌반구는 주로 우측 공간만 담당한다. 따라서 좌반구가 손상되면 우반구가 양측을 보상할 수 있지만, 우반구가 손상되면 좌측 공간을 담당할 구조가 없어 지속적이고 심한 좌측 무시가 생긴다.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양측 해마가 손상된 환자가 새로운 기술(예: 거울 보고 그리기)은 배울 수 있는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기술 학습은 절차 기억으로 기저핵과 소뇌가 담당하며, 해마 의존 서술 기억 체계와 해부학적으로 분리되어 있기 때문이다. 그래서 환자는 수행이 향상되면서도 연습한 사실 자체를 기억하지 못한다. H.M. 사례가 이 분리를 보여준 고전적 증거이다.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알츠하이머병에서 후대상피질과 쐐기앞소엽이 초기에 침범되는 현상을 네트워크 관점에서 설명하라.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이들은 기본 모드 네트워크의 중심 허브로 대사 활동과 연결성이 매우 높아 아밀로이드 축적과 시냅스 활동 의존적 병리 확산에 취약하다. FDG-PET에서 이 영역의 저대사가 조기에 나타나며, 이는 병리가 무작위가 아니라 네트워크를 따라 퍼진다는 가설을 뒷받침한다.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Kandel ER et al. Principles of Neural Science, 6th ed. Ch. 17, 52–59.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Mesulam MM. Principles of Behavioral and Cognitive Neurology, 2nd ed. Oxford, 2000.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Hickok G, Poeppel D. The cortical organization of speech processing. Nat Rev Neurosci 2007;8:393–402.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Seeley WW et al. Neurodegenerative diseases target large-scale human brain networks. Neuron 2009;62:42–52.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B07-L10  ·  대뇌 피질과 고위 인지 기능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Fox MD. Mapping symptoms to brain networks with the human connectome. N Engl J Med 2018;379:2237–2245.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