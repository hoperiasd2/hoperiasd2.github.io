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양측 비측 망막(즉 이측 시야를 담당)에서 나온 축삭이 시신경교차 중앙부에서 교차하는데, 뇌하수체에서 위로 자라는 종양이 바로 이 중앙 교차 섬유를 압박하기 때문이다. 상방 시야(하측 망막 섬유)가 먼저 침범되는 경향이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오른쪽 상대적 구심성 동공 결손(RAPD)으로 오른쪽 시신경 또는 광범위 망막 병변을 시사한다(시신경염, 허혈성 시신경병증, 망막중심동맥폐쇄, 큰 망막박리). 굴절 이상이나 백내장 같은 매체 혼탁은 RAPD를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동공을 수축시키는 부교감 섬유는 동안신경의 표면 쪽에 주행해 외부 압박에 먼저 손상되고, 신경 중심부를 영양하는 미세혈관의 허혈에서는 보존되는 경향이 있다. 따라서 동공 침범은 후교통동맥 동맥류 등 압박성 병변을 시사해 즉시 혈관 영상이 필요하고, 동공 보존은 당뇨·고혈압성 허혈을 시사한다.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다발성 경화증이다. 내측세로다발은 수초가 풍부한 뇌간 백질 경로로 탈수초 병변이 잘 생기며, 양측 침범은 혈관 병변보다 탈수초 질환에서 흔하다. 노년 환자의 단측 INO는 교뇌 열공 경색을 먼저 고려한다.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B07 신경생리학과 신경해부학 기초  ·  감각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시각계와 눈운동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The Visual System and Eye Movements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B07-L06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망막의 세포층과 광전달(phototransduction) 과정을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시각 경로의 주행과 병변별 시야 결손을 정확히 국소화한다.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동공 반사 경로와 이상(구심성 동공 결손, 호르너, 아디, 동안신경 마비)을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눈운동의 종류(단속운동, 추종, 전정안구, 이접)와 조절 회로를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핵간안근마비·주시 마비·안진의 국소화를 적용한다.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망막과 광전달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시각 경로와 시야 결손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동공 반사와 이상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눈운동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망막과 광전달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세포층(빛이 지나는 순서): 신경절세포 → 쌍극세포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광수용체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(뒤쪽) → 색소상피. 중심와는 광수용체 외 층이 밀려나 있어 빛이 직접 원뿔세포에 도달.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막대세포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(약 1억 2천만): 로돕신, 암순응·주변·무채색, 수렴이 커 민감도 높고 해상도 낮음.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원뿔세포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(약 600만): S·M·L 옵신, 중심와 집중, 색·고해상도.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광전달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(암→명): 11-cis 레티날이 빛을 받아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all-trans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이성질화 → 로돕신 활성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트랜스듀신(Gt)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cGMP 포스포디에스테라아제 활성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cGMP 감소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cGMP 개폐 양이온 통로 닫힘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과분극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글루탐산 방출 감소.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어둠에서 광수용체는 탈분극 상태로 글루탐산을 지속 방출('암전류')한다 — 감각계 중 유일하게 자극이 과분극을 일으킨다.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망막과 광전달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레티날 재생: 색소상피의 시각 회로(RPE65 — 레버 선천성 흑암시; 보레티진 유전자치료).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PDE6 변이 → 망막색소변성;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실데나필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은 PDE5 선택성이 높으나 PDE6 교차 억제로 일시적 색각 이상(푸른 색조).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쌍극세포: ON형(mGluR6 — 글루탐산에 과분극 → 빛에 탈분극), OFF형; 수평세포·아마크린세포가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측면 억제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중심-주변 길항 수용야(대비 강조).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망막 질환: 당뇨망막병증(B05 L10), 연령 관련 황반변성(드루젠·보체 — 지도형 위축에 보체 억제제), 망막색소변성(야맹 → 터널 시야), 녹내장(신경절세포·시신경).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내인성 광민감 신경절세포(ipRGC, 멜라놉신)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비영상 시각 — 동공 반사,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일주기 광동조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(시교차상핵), 청색광 민감 → 전맹 환자의 비동조 수면(타시멜테온).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시각 경로와 시야 결손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망막 신경절세포 → 시신경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시신경교차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(비측 망막 섬유 교차 — 양쪽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이측 시야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→ 시삭 → 외측슬상체 → 시방사(측두엽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마이어 고리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상부 시야 / 두정엽 — 하부 시야)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일차 시각피질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(V1, 조거구 — 상부 시야는 아래 둑, 하부 시야는 위 둑).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시신경유두부종(papilledema): 두개내압 상승 — 양측, 시력 초기 보존, 맹점 확대. 시신경염: 단안, 통증·색각 저하·구심성 동공 결손, VEP 잠복기 연장.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고위 시각: 배측 경로('어디/어떻게' — 두정; 발린트 증후군 — 시각실조·동시실인·눈운동 실행증), 복측 경로('무엇' — 측두; 얼굴실인증, 실독증).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시각 경로와 시야 결손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시야 결손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시신경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단안 시력 소실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구심성 동공 결손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시신경교차(뇌하수체 선종, 두개인두종)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양이측 반맹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반대측 동측 반맹(불일치), 상대적 구심성 동공 결손 가능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측두엽 시방사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반대측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상부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사분맹('파이 인 더 스카이')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두정엽 시방사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반대측 하부 사분맹, 시운동 안진 비대칭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후두엽(V1)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동측 반맹,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황반 회피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(후대뇌·중대뇌 이중 혈류), 피질맹에서 동공 반사 정상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양측 후두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피질맹(안톤 증후군 — 실명 부인)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동공 반사와 이상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빛 반사 경로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망막(ipRGC 포함) → 시신경 → 시삭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시개앞핵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(외측슬상체 우회) → 양측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에딩거-베스트팔 핵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동안신경 부교감 → 모양체 신경절 → 동공조임근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직접·간접(동의) 수축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상대적 구심성 동공 결손(RAPD, 마르쿠스 건)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흔들 전등 검사에서 병측 비출 때 양쪽 동공 산대 → 시신경·광범위 망막 병변(백내장·굴절 이상은 유발하지 않음).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동안신경 마비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안검하수 + 외하방 편위 + 동공 산대(부교감 섬유가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 표면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 위치)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동공 침범 = 압박성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(후교통동맥 동맥류 — 응급 혈관 영상);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동공 보존 = 허혈성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(당뇨·고혈압; B05 L10).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동공 반사와 이상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호르너 증후군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동측 축동 + 부분 안검하수 + 무한증 — 교감 3차 뉴런 경로(시상하부 → 섬모양체척수중추 C8–T2 → 상경부 신경절 → 내경동맥 주위) 어디든; 원인 — 외측 연수 경색, 폐첨부 종양(판코스트),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경동맥 박리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(통증 동반 — 응급), 신경모세포종(소아, 홍채 이색증).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아디 긴장 동공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모양체 신경절 손상 → 산대된 동공, 빛 반사 소실·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근접 반사는 느리게 유지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(빛-근접 해리), 희석 필로카르핀에 과민 — 양성(홈스-아디: + 반사 소실).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아르길-로버트슨 동공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(신경매독): 작은 불규칙 동공, 빛 반사 소실, 근접 반사 보존('매춘부 동공' — 조절은 되나 반응 안 함).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약물: 아트로핀·스코폴라민(산동, 필로카르핀 무반응), 오피오이드(축동), 코카인·아프라클로니딘(호르너 진단).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눈운동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내측세로다발(MLF)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외전신경핵 → 반대측 동안신경 내측직근 아핵 연결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핵간안근마비(INO)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병측 내전 장애 + 반대측 외전 안진; 양측 INO는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다발성 경화증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(젊은), 단측은 교뇌 경색(노년).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하나반 증후군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교뇌 피개 병변(PPRF/외전신경핵 + MLF) → 동측 주시 마비 + INO → 유일하게 남는 운동은 반대측 눈 외전.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주시 마비: 전두안구영역 병변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병변 쪽으로 눈이 쏠림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(반대측으로 주시 못함, 대개 회복); 교뇌 PPRF 병변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병변 반대쪽으로 쏠림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파리노 증후군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(배측 중뇌·송과체 종양): 상방 주시 마비, 빛-근접 해리, 수렴-후퇴 안진, 눈꺼풀 후퇴(콜리어 징후).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눈운동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안진: 말초성(수평-회선, 한 방향, 주시 고정으로 억제, 어지럼 심함) vs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중추성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(수직·순수 회선·방향 전환, 고정으로 억제되지 않음) — HINTS 검사(두부 충동 정상 + 방향 전환 안진 + 교대 가림 사시 = 중추성, 뇌졸중 의심).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눈운동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발생기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단속운동(saccade)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빠른 주시 이동(최대 700°/s)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수평 — 교뇌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PPRF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(방정중교뇌망상체) → 외전신경핵; 수직 — 중뇌 riMLF; 시작 — 전두안구영역(반대측), 상구; 억제 — 기저핵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추종(pursuit)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움직이는 표적 추적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후두-측두(MT/MST) → 뇌교핵 → 소뇌 벌레엽·타래 → 전정핵 (동측)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전정안구반사(VOR)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머리 움직임 보상(가장 빠름)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반고리관 → 전정핵 → 외전신경핵/MLF → 동안신경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시운동 안진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큰 시야 이동 추적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이접(vergence)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가까운 물체 — 수렴·조절·축동(근접 3징)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망막 유전자 치료(RPE65)와 광유전학 기반 시각 회복(ChrimsonR 발현 신경절세포 + 특수 고글 — 부분 시지각 회복 보고)이 실명 치료의 새 경로를 열었다.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망막은 '뇌의 창'으로, 광간섭단층촬영(OCT)의 신경섬유층·망막 두께와 망막 혈관 분석이 다발성 경화증·알츠하이머·파킨슨병의 바이오마커로 연구된다.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인공 시각(피질 임플란트, 망막 보철)과 시야 결손 재활(시야 훈련·프리즘)이 발전하고 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광수용체는 빛에 과분극하며 로돕신–트랜스듀신–PDE–cGMP 경로로 신호를 전달한다.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시신경교차 전은 단안 결손, 교차는 양이측 반맹, 교차 후는 동측 반맹을 만들며 측두엽·두정엽 시방사는 사분맹을 만든다.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RAPD는 시신경 병변을, 동공 침범 동안신경 마비는 압박성(동맥류)을, 호르너는 교감 경로 병변을 시사한다.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단속운동(PPRF/riMLF), 추종(소뇌-후두), VOR(전정핵), 이접은 서로 다른 회로가 담당한다.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INO(MLF), 하나반 증후군, 파리노 증후군, 중추성 안진은 뇌간·중뇌 병변 국소화의 핵심 단서이다.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뇌하수체 거대선종 환자에게 양이측 반맹이 생기는 해부학적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양측 비측 망막(즉 이측 시야를 담당)에서 나온 축삭이 시신경교차 중앙부에서 교차하는데, 뇌하수체에서 위로 자라는 종양이 바로 이 중앙 교차 섬유를 압박하기 때문이다. 상방 시야(하측 망막 섬유)가 먼저 침범되는 경향이 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흔들 전등 검사에서 오른쪽 눈에 빛을 비출 때 양쪽 동공이 커지고, 왼쪽에 비추면 수축한다. 해석은?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오른쪽 상대적 구심성 동공 결손(RAPD)으로 오른쪽 시신경 또는 광범위 망막 병변을 시사한다(시신경염, 허혈성 시신경병증, 망막중심동맥폐쇄, 큰 망막박리). 굴절 이상이나 백내장 같은 매체 혼탁은 RAPD를 만들지 않는다.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동안신경 마비 환자에서 동공 산대 유무가 왜 응급도를 결정하는가?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동공을 수축시키는 부교감 섬유는 동안신경의 표면 쪽에 주행해 외부 압박에 먼저 손상되고, 신경 중심부를 영양하는 미세혈관의 허혈에서는 보존되는 경향이 있다. 따라서 동공 침범은 후교통동맥 동맥류 등 압박성 병변을 시사해 즉시 혈관 영상이 필요하고, 동공 보존은 당뇨·고혈압성 허혈을 시사한다.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젊은 환자에서 양측 핵간안근마비가 보일 때 가장 의심되는 질환과 그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다발성 경화증이다. 내측세로다발은 수초가 풍부한 뇌간 백질 경로로 탈수초 병변이 잘 생기며, 양측 침범은 혈관 병변보다 탈수초 질환에서 흔하다. 노년 환자의 단측 INO는 교뇌 열공 경색을 먼저 고려한다.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Kandel ER et al. Principles of Neural Science, 6th ed. Ch. 21–25, 35.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Purves D et al. Neuroscience, 6th ed. Sinauer, 2018.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Leigh RJ, Zee DS. The Neurology of Eye Movements, 5th ed. Oxford, 2015.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Kerber KA, Newman-Toker DE. Misdiagnosing dizzy patients: common pitfalls in clinical practice. Neurol Clin 2015;33:565–575.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B07-L06  ·  시각계와 눈운동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Sahel JA et al. Partial recovery of visual function in a blind patient after optogenetic therapy. Nat Med 2021;27:1223–1229.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