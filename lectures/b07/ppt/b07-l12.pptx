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전대뇌동맥(ACA). 운동 호문쿨루스에서 하지는 반구 내측면(대상회 위 중심옆소엽)에 표현되는데 이 영역이 ACA 영역이다. 또한 내측 전두엽·전대상 침범으로 무감동·배뇨 조절 장애·외계인 손 현상이 생길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만성 고혈압에서는 뇌혈류 자동조절 곡선이 우측으로 이동해 더 높은 평균동맥압에서 자동조절이 작동한다. 따라서 '정상' 수준으로 급격히 낮추면 자동조절 하한 아래로 내려가 뇌혈류가 감소하고 분수령 영역에 허혈이 생길 수 있다. 혈압은 서서히 낮춘다.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저뇌압 증후군(자발 또는 시술 후 CSF 누출). 뇌 MRI에서 경막의 미만성 조영 증강, 뇌 하강(소뇌편도 하강, 교뇌 전방 편평화), 경막하 수액 저류, 정맥동 확장이 보인다. 척추 MRI·CT 척수조영으로 누출 부위를 찾고, 자가혈 경막외 패치나 누공 치료를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꿈 내용을 행동으로 옮겨 본인과 동침자가 다칠 수 있다는 점 외에도, 특발성 REM 수면 행동장애 환자의 상당수가 10–15년 내 파킨슨병·레비소체치매·다계통 위축으로 전환한다. 즉 α-시누클레인병증의 가장 강력한 전구 표지로, 질환 수정 치료 시험의 핵심 모집단이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통합 신경해부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뇌혈관, 뇌척수액과 수면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Cerebral Circulation, CSF and Sleep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B07-L12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뇌혈관 해부(전·후순환, 윌리스 고리, 분수령)와 혈관별 증후군을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 조절(자동조절, CO₂ 반응성, 신경혈관 결합)과 두개내압 역학을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뇌척수액의 생성·순환·흡수와 수두증·뇌압 이상을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수면의 단계·조절 회로와 주요 수면장애를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 배출(glymphatic) 체계와 수면·신경퇴행의 관계를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뇌혈관 해부와 증후군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 조절과 두개내압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뇌척수액과 수두증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수면과 림프 배출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뇌혈관 해부와 증후군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전순환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(내경동맥): 전대뇌동맥(ACA), 중대뇌동맥(MCA), 전맥락막동맥, 안동맥.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후순환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(추골-기저동맥): 후하소뇌동맥(PICA), 전하소뇌동맥(AICA), 상소뇌동맥(SCA), 후대뇌동맥(PCA), 뇌간 관통지.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윌리스 고리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전교통동맥 + 양측 ACA·내경동맥 + 후교통동맥 + PCA — 측부 순환(완전한 고리는 약 20–50%).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정맥: 상시상정맥동, 직정맥동, 횡-S상 정맥동, 내대뇌정맥·갈렌 정맥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정맥동 혈전증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(두통·유두부종·경련·출혈성 경색, 응고항진·임신·경구피임약 → 항응고).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뇌혈관 해부와 증후군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반신마비·감각 소실(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얼굴·팔 &gt; 다리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), 동측 주시 선호, 좌 — 실어증, 우 — 무시; 상분지(브로카 우세), 하분지(베르니케·시야)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다리 &gt; 팔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마비, 요실금, 무감동·실행증, 외계인 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반대측 동측 반맹(황반 회피), 시상 증후군(데제린-루시 — 감각 소실 후 중추성 통증), 기억(해마), 양측 — 피질맹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관통지(열공)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 운동(내포 후각), 순수 감각(시상 VPL), 실조성 반신마비, 구음장애-서투른 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기저동맥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감금 증후군, 기저동맥 끝 증후군(시각·의식·눈운동)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발렌베르그 (B07 L09)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AICA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동측 안면마비·난청·실조 + 반대측 통온각 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분수령(ACA/MCA, MCA/PCA)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저혈압·저관류 — 근위부 상지 우세 '통 속의 사람', 시각 처리 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뇌혈류 조절과 두개내압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뇌혈류(CBF) 약 50 mL/100 g/분(회백질 80, 백질 20); 뇌는 체중의 2%로 심박출량의 15%, 산소의 20% 소비.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자동조절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평균동맥압 약 60–150 mmHg 범위에서 CBF 일정(근원성·대사성·신경성) — 만성 고혈압에서 곡선이 우측 이동(급격한 혈압 강하에 취약), 손상 뇌에서는 자동조절 소실.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CO₂ 반응성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PaCO₂ 1 mmHg 변화당 CBF 약 1–2 mL/100 g/분 — 과환기는 혈관 수축(ICP 급감, 허혈 위험 — B05 L07); O₂는 PaO₂ &lt;50에서 급격한 혈관 확장.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신경혈관 결합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신경 활동 → 성상세포·개재뉴런·주피세포 매개 국소 혈류 증가 → BOLD fMRI 신호의 기초.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뇌혈류 조절과 두개내압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먼로-켈리 원리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두개강 = 뇌(80%) + 혈액(10%) + CSF(10%) — 하나가 늘면 다른 것이 보상; 보상 한계 초과 시 ICP 급상승(압력-부피 곡선의 지수 구간).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ICP 5–15 mmHg; 뇌관류압 = 평균동맥압 − ICP(목표 &gt;60).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쿠싱 반응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(ICP 상승): 고혈압 + 서맥 + 불규칙 호흡 — 임박한 탈출 신호.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유두부종, 두통(기침·아침 악화), 구토, 외전신경 마비(거짓 국소 징후).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뇌척수액과 수두증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생성: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맥락얼기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(약 70%, 능동 분비 — Na⁺/K⁺-ATPase, 탄산탈수효소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아세타졸라마이드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감소) + 뇌실막·대사수(30%); 하루 약 500 mL 생성, 총량 약 150 mL(하루 3–4회 교체).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순환: 측뇌실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몬로공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제3뇌실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중뇌수도관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제4뇌실 → 루슈카·마장디공 → 지주막하 공간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지주막 과립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(상시상정맥동) 및 뇌신경·척수신경 주위 림프관으로 흡수.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CSF: 압력 10–20 cmH₂O(측와위), 세포 &lt;5/µL, 단백 15–45 mg/dL, 포도당 혈당의 60%(50–80), 무색투명.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특발성 두개내압 상승(가성 뇌종양)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비만 가임 여성, 두통·박동성 이명·일과성 시야 흐림·유두부종·외전신경 마비, 영상 정상(빈 안장, 시신경초 확장) → 체중 감량, 아세타졸라마이드, 정맥동 협착 스텐트, 시신경초 감압.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뇌척수액과 수두증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저뇌압 증후군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기립성 두통(눕고 10–15분 내 호전) — 요추천자 후, 자발 CSF 누출(결합조직 질환·골극·CSF-정맥 누공) → MRI 경막 미만성 조영 증강·뇌 하강, 혈액 패치.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 검사의 해석: 세균성(다핵구↑, 포도당↓, 단백↑↑), 바이러스성(림프구, 포도당 정상), 결핵·진균(림프구, 포도당↓, 단백↑↑), 길랭-바레(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알부민세포해리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단백↑ 세포 정상), 다발성 경화증(올리고클론 밴드), 지주막하출혈(황색변성 xanthochromia — 12시간 후).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뇌척수액과 수두증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수두증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비교통성(폐쇄성)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수도관 협착, 종양, 콜로이드 낭종(몬로공 — 체위성 두통·급사), 키아리 — 폐쇄 상부 뇌실 확장 → 뇌실 조루술·션트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교통성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흡수 장애(지주막하출혈·수막염 후), 과생성(맥락얼기 유두종)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정상압 수두증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보행·요실금·인지(B07 L08) — 뇌실 확장이 위축에 비해 불균형, 요추 배액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외부성 수두증(영아)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 지주막하 공간 확대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수면과 림프 배출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 단계: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NREM N1–N3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(N3 = 서파 수면, 델타 — 성장호르몬 분비·기억 고정·회복),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REM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(빠른 안구운동, 꿈, 근긴장 소실, 뇌 대사 각성 수준) — 90–110분 주기, 밤이 깊을수록 REM 비중 증가.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각성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상행 망상 활성계(콜린성 교뇌, 청반 NE, 솔기 5-HT, 결절유두 히스타민, 복측피개 DA) +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오렉신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(안정화).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수면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복외측 시삭전핵(VLPO)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의 GABA·갈라닌이 각성계를 억제 — 상호 억제 '플립플롭' 스위치; 오렉신 소실 시 스위치 불안정(기면증).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항상성 인자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아데노신 축적(카페인이 길항),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일주기 인자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시교차상핵 → 송과선 멜라토닌(빛이 억제).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수면장애: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수면과 림프 배출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림프(glymphatic) 체계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동맥 주위 공간으로 유입된 CSF가 성상세포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AQP4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종말발을 통해 실질을 지나 정맥 주위 공간·수막 림프관으로 배출 → 아밀로이드·타우 등 대사 노폐물 제거.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 중(특히 서파 수면) 세포 외 공간이 넓어져 배출이 크게 증가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(Xie et al., Science 2013) → 수면 부족·수면무호흡과 알츠하이머 위험의 연결 가설; 수막 림프관(Louveau, Aspelund 2015)이 뇌-면역 소통 경로로 재발견되었다(B08 L02).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수면과 림프 배출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폐쇄성 수면무호흡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상기도 허탈 — 코골이·주간 졸림·고혈압·부정맥·인지 저하·뇌졸중 위험 → 수면다원검사, CPAP, 체중, 설하신경 자극, GLP-1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기면증 1형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오렉신 결핍(B07 L03) — 수면다원 + 다중수면잠복기검사(평균 잠복기 ≤8분, SOREMP ≥2)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 수면 행동장애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 중 근긴장 소실 실패 → 꿈 행동화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α-시누클레인병증(PD·DLB·MSA)의 강력한 전구 증상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(10–15년 후 전환율 높음)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하지불안증후군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 결핍·도파민 — 페리틴 &lt;75 시 철 보충, α2δ 리간드(도파민 작용제는 증상 증강 위험)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불면증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과각성 모델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인지행동치료(CBT-I)가 1차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오렉신 길항제·멜라토닌 수용체 작용제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일주기 리듬 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교대 근무, 시차, 수면위상 지연(청소년), 비24시간(전맹)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사람에서 림프 배출을 직접 측정하는 영상(조영 MRI, 확산 지표)이 개발 중이며, 수면의 질·자세·약물이 배출에 미치는 영향이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수면무호흡 치료가 인지 저하·치매 위험을 낮추는지에 대한 대규모 임상 자료가 축적되고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오렉신 작용제(기면증)와 일주기 조절 약물이 수면-각성 회로 생리의 직접적 임상 번역 사례로 등장했다.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MCA는 얼굴·팔, ACA는 다리 우세 마비를 만들고 PCA는 시야·기억·시상 증후군을, 관통지는 열공 증후군을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뇌혈류는 평균동맥압 60–150에서 자동조절되고 CO₂에 민감하며, 먼로-켈리 원리가 두개내압 역학을 지배한다.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CSF는 맥락얼기에서 생성되어 뇌실-지주막하를 순환하고 지주막 과립·수막 림프관으로 흡수된다.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수면은 VLPO와 각성계의 상호 억제, 오렉신 안정화, 아데노신·일주기 인자로 조절된다.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REM 수면 행동장애는 시누클레인병증의 전구 증상이며, 수면 중 림프 배출 증가가 노폐물 제거와 신경퇴행을 연결한다.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반대측 다리에 심한 근력저하가 있고 팔은 비교적 보존되며 요실금과 무감동이 동반된 뇌경색의 책임 혈관은?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전대뇌동맥(ACA). 운동 호문쿨루스에서 하지는 반구 내측면(대상회 위 중심옆소엽)에 표현되는데 이 영역이 ACA 영역이다. 또한 내측 전두엽·전대상 침범으로 무감동·배뇨 조절 장애·외계인 손 현상이 생길 수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고혈압 환자의 혈압을 급격히 정상으로 낮추면 뇌 허혈이 생길 수 있는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고혈압에서는 뇌혈류 자동조절 곡선이 우측으로 이동해 더 높은 평균동맥압에서 자동조절이 작동한다. 따라서 '정상' 수준으로 급격히 낮추면 자동조절 하한 아래로 내려가 뇌혈류가 감소하고 분수령 영역에 허혈이 생길 수 있다. 혈압은 서서히 낮춘다.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기립성 두통(누우면 호전)을 보이는 환자에서 의심 진단과 MRI 소견은?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저뇌압 증후군(자발 또는 시술 후 CSF 누출). 뇌 MRI에서 경막의 미만성 조영 증강, 뇌 하강(소뇌편도 하강, 교뇌 전방 편평화), 경막하 수액 저류, 정맥동 확장이 보인다. 척추 MRI·CT 척수조영으로 누출 부위를 찾고, 자가혈 경막외 패치나 누공 치료를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REM 수면 행동장애가 임상적으로 중요한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꿈 내용을 행동으로 옮겨 본인과 동침자가 다칠 수 있다는 점 외에도, 특발성 REM 수면 행동장애 환자의 상당수가 10–15년 내 파킨슨병·레비소체치매·다계통 위축으로 전환한다. 즉 α-시누클레인병증의 가장 강력한 전구 표지로, 질환 수정 치료 시험의 핵심 모집단이 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Blumenfeld H. Neuroanatomy through Clinical Cases, 3rd ed. Sinauer, 2021.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44.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Saper CB, Fuller PM. Wake–sleep circuitry: an overview. Curr Opin Neurobiol 2017;44:186–192.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Xie L et al. Sleep drives metabolite clearance from the adult brain. Science 2013;342:373–377.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B07-L12  ·  뇌혈관, 뇌척수액과 수면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Friedman DI et al. Revised diagnostic criteria for the pseudotumor cerebri syndrome. Neurology 2013;81:1159–1165.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