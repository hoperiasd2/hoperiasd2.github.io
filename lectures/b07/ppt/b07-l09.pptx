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외측 연수 증후군(발렌베르그). 추골동맥 또는 후하소뇌동맥 영역의 외측 연수 경색이다. 피질척수로는 연수 내측에 있어 보존되므로 운동마비가 없고, 외측의 삼차신경 척수핵(동측 얼굴), 척수시상로(반대측 몸), 의핵(연하·발성), 교감 하행로(호르너), 전정핵·하소뇌각(현훈·실조)이 침범된다.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중뇌 대뇌각(베버 증후군). 동측 동안신경 섬유가 대뇌각을 지나 나오고, 바로 그 자리의 피질척수로는 아직 교차하기 전이므로 반대측 사지에 마비가 생긴다. 이처럼 동측 뇌신경 + 반대측 장경로 징후의 조합(교차 증후군)은 뇌간 병변을 가리킨다.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교뇌 병변(교뇌 출혈 — 하행 교감로 차단으로 부교감 우세)과 오피오이드 중독이다. 둘 다 양측 동공이 매우 작지만 확대경으로 보면 빛 반사가 남아 있다. 오피오이드는 날록손 반응으로 감별하며, 교뇌 병변은 동반된 안구 운동 이상·호흡 양상·영상으로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연수의 호흡 중추는 PaCO₂ 상승(및 pH 저하)에 반응해 호흡을 유발한다. 인공호흡기를 분리하고 산소를 공급하면서 PaCO₂를 60 mmHg 이상(또는 기저치보다 20 mmHg 이상)까지 올려도 호흡 노력이 전혀 없으면 연수 호흡 중추 기능이 비가역적으로 소실되었음을 의미한다. 저체온·약물·대사 이상 등 교란 요인을 먼저 배제해야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통합 신경해부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뇌간과 뇌신경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Brainstem and Cranial Nerves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12개 뇌신경의 기능·핵 위치·출입 부위를 정리한다.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뇌간의 단면 구조(중뇌·교뇌·연수)와 '규칙 4'를 이용한 국소화를 적용한다.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대표적 교차 증후군(베버, 밀라르-귀블러, 발렌베르그)을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뇌신경 이상의 흔한 임상 증후군과 감별을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혼수와 뇌간 반사, 뇌사 판정의 신경해부를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뇌신경 개관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뇌간 국소화: '규칙 4'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뇌신경 증후군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혼수와 뇌간 반사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뇌신경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기억: 뇌신경 핵은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운동은 내측, 감각은 외측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(발생학적 기저판/익판 유래), 부교감·특수내장운동은 중간.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부교감 뇌신경: III(모양체 신경절), VII(익구개·턱밑), IX(귀 신경절), X(장기 주변).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뇌신경 개관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핵/기원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두개 출구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 후각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특수감각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후각망울(대뇌)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II 시신경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망막(간뇌 연장)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시신경관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III 동안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운동(상·하·내직근, 하사근, 눈꺼풀올림근) + 부교감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중뇌(상구 높이)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상안와열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IV 활차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상사근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중뇌(하구)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유일하게 등쪽 출발·교차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상안와열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 삼차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얼굴 감각, 저작근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교뇌(주감각핵·운동핵) + 중뇌핵·척수핵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상안와열(V1)/원형공(V2)/난원공(V3)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 외전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외직근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교뇌 하부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상안와열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VII 안면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안면 표정근, 미각(전 2/3), 눈물·침, 등골근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교뇌 하부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내이도 → 경유돌공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VIII 전정와우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청각·평형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교뇌-연수 접합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내이도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뇌신경 개관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핵/기원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두개 출구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IX 설인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인두 감각, 미각(후 1/3), 이하선, 경동맥소체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경정맥공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 미주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인두·후두 운동, 내장 부교감·감각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연수(의핵, 등쪽운동핵, 고립로핵)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경정맥공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XI 부신경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흉쇄유돌근·승모근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경수 C1–C5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경정맥공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XII 설하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설하신경관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뇌간 국소화: '규칙 4'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4개의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정중 구조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(M): 운동로(피질척수로), 내측섬유대, 내측세로다발(MLF), 운동 뇌신경핵(III, IV, VI, XII — 12의 약수).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4개의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외측 구조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(S): 척수삼차신경핵(얼굴 감각), 척수시상로(몸 통온각), 교감 하행로(호르너), 소뇌각(실조).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4개의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외측 뇌신경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V, VII, IX, X(그 외 VIII).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높이 결정: III·IV =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V·VI·VII·VIII =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IX·X·XI·XII =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뇌간 국소화: '규칙 4'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구조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 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대뇌각(피질척수로), 흑질, 적핵, 동안신경핵, 상구/하구, 수도관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베버(동측 III + 반대측 반신마비), 베네딕트(+ 적핵 — 반대측 진전·실조), 파리노(배측 — 상방 주시 마비)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기저부(피질척수로·뇌교핵), 피개(VI·VII 핵, MLF, PPRF, 내측섬유대)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밀라르-귀블러(동측 VI·VII + 반대측 반신마비), 하나반 증후군,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 교뇌 경색 → 감금 증후군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(의식·수직 안구운동만 보존)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연수(내측)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피라미드, 내측섬유대, XII 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데제린(동측 혀 + 반대측 반신마비·후삭 감각 소실)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연수(외측)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척수삼차신경핵, 척수시상로, 의핵, 전정핵, 하소뇌각, 교감로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발렌베르그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(후하소뇌동맥/추골동맥): 동측 얼굴 통온각 소실·호르너·실조·연하곤란·쉰 목소리·딸꾹질 +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몸 통온각 소실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심한 현훈·구토;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운동마비 없음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뇌신경 증후군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후각 소실(I)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상기도 감염·외상(사판), 파킨슨·알츠하이머의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전구 증상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코로나19.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삼차신경(V)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삼차신경통(혈관 압박 — 카르바마제핀; 젊고 양측이면 다발성 경화증), 감각 소실(소뇌교각 종양), 각막 반사(구심 V1, 원심 VII).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안면신경(VII)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벨 마비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(동측 전체 얼굴, 미각·청각과민·눈물 — 스테로이드 ± 항바이러스, 각막 보호); 람세이-헌트(대상포진 — 귀 수포·난청·현훈, 예후 나쁨); 양측 안면마비(길랭-바레, 라임병, 사르코이드, HIV).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전정와우(VIII)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청신경초종(점진적 비대칭 난청·이명·균형 → MRI; NF2는 양측 — B06 L10).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뇌신경 증후군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설인·미주(IX, X)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연하곤란, 구역 반사(구심 IX, 원심 X), 쉰 목소리(반회후두신경 — 좌측이 길어 종격 병변에 취약), 연수마비(이완성, LMN) vs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가성 연수마비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(양측 피질연수로 — 경직성, 감정실금, 턱 반사 항진).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설하(XII)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혀 내밀기 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병변 쪽으로 편위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(LMN), 위축·섬유자발수축.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다발 뇌신경병증: 해면정맥동 증후군(III, IV, V1–2, VI + 호르너), 경정맥공(IX, X, XI), 소뇌교각(V, VII, VIII), 두개저 종양·수막암종증·결핵·사르코이드.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혼수와 뇌간 반사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의식은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상행 망상 활성계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(교뇌 상부~중뇌 피개 → 시상 내측·시상하부 → 피질)와 양측 대뇌 반구에 의존 → 혼수의 원인은 (1) 양측 광범위 피질 손상, (2) 뇌간 피개 병변, (3) 대사·독성.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평가: 각성 수준(글래스고 혼수 척도, FOUR 점수),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(크기·반응 — 대사성은 대개 보존, 중뇌 — 중간 고정, 교뇌 — 핀포인트, III 압박 — 산대), 안구 운동(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인형 눈 반사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냉온 자극 — COWS), 각막 반사, 호흡 양상(체인-스톡스 — 양측 반구/간뇌, 과호흡 — 중뇌, 실조성 — 연수), 운동 반응(국소화 &gt; 회피 &gt; 굴곡/제피질 &gt; 신전/제뇌 &gt; 무반응).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탈출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구상돌기 탈출(동측 III 압박 → 산대 동공, 반대측 반신마비;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커노한 절흔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동측 반신마비 위양성), 중심성 하행 탈출, 소뇌편도 탈출(호흡 정지), 거울 아래 탈출.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혼수와 뇌간 반사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감금 증후군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(기저 교뇌) vs 식물 상태(각성은 있으나 인식 없음) vs 최소 의식 상태 vs 무동성 함묵증(양측 전대상) 구분 — 오진율이 높아 반복 평가와 기능 영상 보조.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되돌릴 수 없는 원인 확인, 교란 요인 배제(저체온, 약물, 대사, 쇼크) → 혼수 +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모든 뇌간 반사 소실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(동공, 각막, 안구두부, 전정안구, 구역, 기침) +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무호흡 검사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(PaCO₂ ≥60 또는 기저 대비 20 상승에도 호흡 없음) → 필요 시 보조 검사(뇌혈류, EEG). 척수 반사는 남을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숨겨진 인식(cognitive motor dissociation): 행동 반응이 없는 급성 뇌손상 환자의 약 15–25%가 fMRI·EEG 명령 수행 과제에서 반응을 보여 예후·의사결정에 영향을 준다.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중심 시상 심부뇌자극과 저진폭 초음파 자극이 의식 장애 환자의 각성 회복을 시도하고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고해상도 뇌간 영상·트랙토그래피가 각성·호흡 회로의 사람 해부를 정밀하게 그리고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뇌신경 핵은 운동이 내측, 감각이 외측에 배열되며 III·IV는 중뇌, V–VIII은 교뇌, IX–XII는 연수에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'규칙 4'로 정중(운동로·내측섬유대·MLF·운동 뇌신경)과 외측(삼차 척수핵·척수시상로·교감로·소뇌각) 구조를 나눠 국소화한다.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교차 증후군(동측 뇌신경 + 반대측 장경로)은 뇌간 병변의 특징이며 발렌베르그는 운동마비 없는 대표 예이다.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벨 마비·삼차신경통·청신경초종·연수마비 등 뇌신경 증후군은 해부로 설명된다.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혼수 평가는 동공·안구 운동·호흡·운동 반응으로 뇌간 수준을 추정하며 뇌사는 모든 뇌간 반사 소실과 무호흡 검사로 판정한다.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갑작스러운 현훈, 동측 안면 통온각 소실, 쉰 목소리, 호르너 증후군, 반대측 몸의 통온각 소실이 있으나 사지 근력은 정상이다. 병변 위치와 혈관은?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외측 연수 증후군(발렌베르그). 추골동맥 또는 후하소뇌동맥 영역의 외측 연수 경색이다. 피질척수로는 연수 내측에 있어 보존되므로 운동마비가 없고, 외측의 삼차신경 척수핵(동측 얼굴), 척수시상로(반대측 몸), 의핵(연하·발성), 교감 하행로(호르너), 전정핵·하소뇌각(현훈·실조)이 침범된다.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동안신경 마비와 반대측 반신마비가 함께 있는 환자의 병변 위치는?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중뇌 대뇌각(베버 증후군). 동측 동안신경 섬유가 대뇌각을 지나 나오고, 바로 그 자리의 피질척수로는 아직 교차하기 전이므로 반대측 사지에 마비가 생긴다. 이처럼 동측 뇌신경 + 반대측 장경로 징후의 조합(교차 증후군)은 뇌간 병변을 가리킨다.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혼수 환자에서 핀포인트 동공이 보이면서 빛 반사가 유지된다. 가능한 원인 두 가지는?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교뇌 병변(교뇌 출혈 — 하행 교감로 차단으로 부교감 우세)과 오피오이드 중독이다. 둘 다 양측 동공이 매우 작지만 확대경으로 보면 빛 반사가 남아 있다. 오피오이드는 날록손 반응으로 감별하며, 교뇌 병변은 동반된 안구 운동 이상·호흡 양상·영상으로 확인한다.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뇌사 판정 시 무호흡 검사를 시행하는 생리학적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연수의 호흡 중추는 PaCO₂ 상승(및 pH 저하)에 반응해 호흡을 유발한다. 인공호흡기를 분리하고 산소를 공급하면서 PaCO₂를 60 mmHg 이상(또는 기저치보다 20 mmHg 이상)까지 올려도 호흡 노력이 전혀 없으면 연수 호흡 중추 기능이 비가역적으로 소실되었음을 의미한다. 저체온·약물·대사 이상 등 교란 요인을 먼저 배제해야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Blumenfeld H. Neuroanatomy through Clinical Cases, 3rd ed. Sinauer, 2021.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Gates P. The rule of 4 of the brainstem: a simplified method for understanding brainstem anatomy and brainstem vascular syndromes. Intern Med J 2005;35:263–266.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Posner JB et al. Plum and Posner's Diagnosis and Treatment of Stupor and Coma, 5th ed. Oxford, 2019.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B07-L09  ·  뇌간과 뇌신경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Greer DM et al. Determination of brain death/death by neurologic criteria: the World Brain Death Project. JAMA 2020;324:1078–1097.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Claassen J et al. Detection of brain activation in unresponsive patients with acute brain injury. N Engl J Med 2019;380:2497–2505.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