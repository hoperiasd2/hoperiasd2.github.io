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발현 속도와 신경근 소견이다. 세로토닌 증후군은 약물 추가 후 수 시간 내 발생하고 간대성 근경련·과반사·떨림이 하지에서 두드러지며 설사·산동이 흔하다. 신경이완제 악성 증후군은 수일에 걸쳐 서서히 생기고 '납관' 양상의 전신 경직과 서동, 반사 저하, 현저한 CK 상승을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레비소체치매는 기저전뇌 콜린성 뉴런의 소실이 더 심해 피질 콜린 결핍이 크기 때문이다. 따라서 아세틸콜린 분해를 억제하면 인지·환각·주의 변동이 상대적으로 크게 개선될 수 있다. 반면 항정신병약(D2 차단)에는 심한 과민성을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후시냅스 뉴런이 탈분극·Ca²⁺ 상승에 반응해 2-AG 등을 주문형으로 합성·방출하고, 이것이 시냅스 틈을 거슬러 전시냅스 말단의 CB1 수용체에 작용해 신경전달물질 방출을 억제한다. 후시냅스가 자신에게 들어오는 입력을 스스로 조절하는 음성 되먹임으로, 과흥분 억제와 가소성 조절에 기여한다.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오렉신 뉴런 소실로 각성-수면 전환 체계가 불안정해지고, REM 수면 중 근긴장 소실을 일으키는 뇌간 회로(외측 뇌교 피개–연수 거대세포핵–척수 운동신경세포 억제)가 각성 중 부적절하게 활성화된다. 웃음·놀람 같은 강한 정서 자극이 이 회로를 촉발해 의식은 유지된 채 갑작스러운 근긴장 소실이 일어난다.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B07 신경생리학과 신경해부학 기초  ·  세포 신경생리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신경전달물질 체계와 신경약리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Neurotransmitter Systems and Neuropharmacology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B07-L03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신경전달물질의 합성·저장·방출·종결과 수용체 아형을 정리한다.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상행 조절계(도파민, 노르에피네프린, 세로토닌, 아세틸콜린, 히스타민, 오렉신)의 해부와 기능을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신경펩타이드와 가스·지질 전달물질의 특성을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각 체계의 교란이 만드는 임상 증후군을 연결한다.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향정신·신경 약물의 작용점을 체계별로 정리한다.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아미노산 전달물질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상행 조절계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신경펩타이드·가스·지질 전달물질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체계별 임상 증후군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 표적 정리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아미노산 전달물질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글루탐산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(주요 흥분성): 글루타민–글루탐산 회로(B05 L01), VGLUT1–3, 수용체 AMPA·NMDA·카이네이트·mGluR. 과잉 → 흥분독성.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GABA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(주요 억제성, 상위 뇌): GAD65/67(PLP), GABA_A(이온성)·GABA_B(대사성); 개재뉴런 아형 — PV(세포체·초기분절, 빠른 발화, 감마 진동), SST(수상돌기), VIP(탈억제).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(척수·뇌간 억제): 글리신 수용체(Cl⁻)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스트리크닌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길항(강직·경련), 파상풍 독소가 방출 차단.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임상: GABA 강화 약물(벤조디아제핀·프로포폴·알코올)의 진정·항경련·금단, 글루탐산 억제(라모트리진·페람파넬·메만틴·케타민).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상행 조절계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공통 원리: 소수의 뉴런이 광범위하게 투사해 '상태'를 조절(신경조절, neuromodulation) — 빠른 점대점 전달과 구분.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상행 조절계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도파민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흑질 치밀부(A9), 복측피개(A10), 궁상핵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흑질선조체(운동), 중변연계(보상·동기), 중피질(인지), 융기누두(프로락틴 억제)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 개시, 보상 예측 오차, 작업기억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파킨슨병, 조현병, 중독, 항정신병약의 프로락틴 상승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노르에피네프린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청반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(locus coeruleus)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거의 전뇌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각성, 주의, 스트레스, 통증 하행 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ADHD(아토목세틴), 우울(SNRI), 금단·불안(α2 작용제 클로니딘), PTSD(프라조신)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세로토닌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솔기핵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광범위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기분, 수면, 식욕, 통증, 위장관(90%는 장)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우울·불안(SSRI), 편두통(트립탄), 구역(5-HT3 길항), 세로토닌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아세틸콜린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기저전뇌(마이네르트 기저핵 — 피질), 중격(해마), 교뇌-뇌간(각성·REM)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주의, 기억 부호화, 각성, REM 수면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알츠하이머(기저전뇌 변성 → 콜린에스테라아제 억제제), 항콜린제 섬망, 레비소체치매(콜린 결핍 큼 → 반응 좋음)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히스타민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시상하부 결절유두핵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각성·식욕 억제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1세대 항히스타민제 진정, H1 차단 항정신병약 체중 증가, 피톨리산트(H3 역작용제 — 기면증)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오렉신/하이포크레틴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외측 시상하부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각성 체계 전반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각성 안정화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기면증 1형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(오렉신 뉴런 소실 — 자가면역, HLA-DQB1*06:02), 오렉신 길항 수면제(수보렉산트)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신경펩타이드·가스·지질 전달물질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신경펩타이드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세포체에서 합성(대형 치밀 소포) → 고빈도 발화 시 방출 → 대사성 수용체 → 느리고 지속적. 예: 물질 P·CGRP(통증·편두통), 엔케팔린·엔도르핀·다이노르핀(오피오이드), 옥시토신·바소프레신(사회·삼투), 신경펩타이드 Y(식욕·불안), 소마토스타틴, VIP, CRH.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NO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(nNOS; 역행성 전달자 — 시냅스 전으로 확산해 방출 조절, 혈관 조절), CO, H₂S.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엔도카나비노이드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(2-AG, 아난다마이드): 후시냅스에서 '주문형' 합성 → 역행성으로 전시냅스 CB1 결합 → 방출 억제(DSI/DSE); 외인성 카나비노이드의 기억·식욕·통증 효과, 칸나비디올의 항경련(CB1 비의존).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퓨린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ATP(P2X·P2Y — 교세포 신호·통증),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아데노신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(A1 억제 — 수면 압력·항경련; 카페인은 A1/A2A 길항).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체계별 임상 증후군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증후군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항콜린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"뜨겁고 건조하고 붉고 눈멀고 미친" — 고열, 무한증, 홍조, 산동, 섬망, 요저류, 장음 감소 (항히스타민·삼환계·아트로핀) → 물리적 냉각, 피소스티그민(선택적)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콜린성 위기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유기인제·과량 피리도스티그민 — 무스카린(SLUDGE·기관지 분비·서맥) + 니코틴(근육다발수축·근력저하) → 아트로핀 + 프랄리독심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세로토닌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SSRI + MAOI/리네졸리드/트라마돌 — 수 시간 내 발현,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간대성 근경련·과반사(하지 우세)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고열, 설사, 산동 → 사이프로헵타딘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신경이완제 악성 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D2 차단(또는 도파민 작용제 중단) — 수일에 걸쳐 발현,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납관 경직·서동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고열, CK 상승, 반사 저하 → 단트롤렌·브로모크립틴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도파민 조절장애·충동조절장애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도파민 작용제(파킨슨 치료) — 도박·과식·성충동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오피오이드 중독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μ 수용체 — 축동, 호흡 억제, 의식 저하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날록손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교감 흥분(코카인·암페타민)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재흡수 차단·방출 — 산동, 발한, 빈맥, 고혈압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기면증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오렉신 결핍 — 주간 졸림, 탈력발작, 입면 환각, 수면 마비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 표적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 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재흡수 수송체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SSRI(SERT), SNRI, 부프로피온(DAT/NET), 코카인·메틸페니데이트, 티아가빈(GAT1)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소포 수송체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테트라베나진·발베나진(VMAT2), 레세르핀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분해 효소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MAO-A/B 억제제, COMT 억제제, 콜린에스테라아제 억제제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효소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카비도파(AADC 말초), 메티로신(TH), 비가바트린(GABA-T)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수용체 작용/길항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항정신병약(D2), 모르핀(μ), 트립탄(5-HT1B/D), 게판트(CGRP), 항히스타민, 벤조디아제핀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항경련제, 국소마취제, 가바펜티노이드(α2δ)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 외 조절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리튬(GSK3·이노시톨), 케타민(NMDA)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 내 신경조절물질의 실시간 측정을 가능하게 한 유전자 부호화 형광 센서(dLight — 도파민, GRAB-ACh/5-HT/NE)가 행동 중 신경조절 신호의 시공간 구조를 밝히고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무스카린 수용체 작용제(잔오멜린-트로스피움)가 D2 차단 없이 조현병 증상을 개선해 60년 만의 새로운 작용 기전 항정신병약이 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오렉신 작용제(기면증 1형의 결핍 보충)가 임상시험에서 주간 졸림을 크게 개선해 '수용체 결핍 질환의 보충 치료' 개념을 실현하고 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글루탐산과 GABA·글리신이 빠른 흥분·억제를 담당하고, 소수 핵에서 출발하는 상행 조절계가 뇌 상태를 조절한다.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도파민·노르에피네프린·세로토닌·아세틸콜린·히스타민·오렉신 체계는 각각 특징적 임상 증후군과 약물 표적을 가진다.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신경펩타이드, NO, 엔도카나비노이드, 아데노신은 느리거나 역행성인 비전형 전달 방식을 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항콜린·콜린성·세로토닌·신경이완제 악성 증후군은 전달물질 체계 교란의 대표적 응급이다.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약물은 합성·저장·방출·수용체·재흡수·분해의 어느 단계든 표적할 수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세로토닌 증후군과 신경이완제 악성 증후군을 임상적으로 감별하는 핵심 소견은?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발현 속도와 신경근 소견이다. 세로토닌 증후군은 약물 추가 후 수 시간 내 발생하고 간대성 근경련·과반사·떨림이 하지에서 두드러지며 설사·산동이 흔하다. 신경이완제 악성 증후군은 수일에 걸쳐 서서히 생기고 '납관' 양상의 전신 경직과 서동, 반사 저하, 현저한 CK 상승을 보인다.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레비소체치매 환자가 알츠하이머병 환자보다 콜린에스테라아제 억제제에 더 잘 반응하는 경향이 있는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레비소체치매는 기저전뇌 콜린성 뉴런의 소실이 더 심해 피질 콜린 결핍이 크기 때문이다. 따라서 아세틸콜린 분해를 억제하면 인지·환각·주의 변동이 상대적으로 크게 개선될 수 있다. 반면 항정신병약(D2 차단)에는 심한 과민성을 보인다.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엔도카나비노이드가 '역행성 전달자'로 불리는 이유와 생리적 의미는?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후시냅스 뉴런이 탈분극·Ca²⁺ 상승에 반응해 2-AG 등을 주문형으로 합성·방출하고, 이것이 시냅스 틈을 거슬러 전시냅스 말단의 CB1 수용체에 작용해 신경전달물질 방출을 억제한다. 후시냅스가 자신에게 들어오는 입력을 스스로 조절하는 음성 되먹임으로, 과흥분 억제와 가소성 조절에 기여한다.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기면증 1형에서 탈력발작이 생기는 신경생리학적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오렉신 뉴런 소실로 각성-수면 전환 체계가 불안정해지고, REM 수면 중 근긴장 소실을 일으키는 뇌간 회로(외측 뇌교 피개–연수 거대세포핵–척수 운동신경세포 억제)가 각성 중 부적절하게 활성화된다. 웃음·놀람 같은 강한 정서 자극이 이 회로를 촉발해 의식은 유지된 채 갑작스러운 근긴장 소실이 일어난다.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Kandel ER et al. Principles of Neural Science, 6th ed. Ch. 16, 40.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Nestler EJ, Hyman SE, Malenka RC. Molecular Neuropharmacology, 4th ed. McGraw Hill, 2020.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Sun F et al. Next-generation GRAB sensors for monitoring dopaminergic activity in vivo. Nat Methods 2020;17:1156–1166.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Boyce R, Williams S, Adamantidis A. REM sleep and memory. Curr Opin Neurobiol 2017;44:167–177.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B07-L03  ·  신경전달물질 체계와 신경약리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Boyer EW, Shannon M. The serotonin syndrome. N Engl J Med 2005;352:1112–1120.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