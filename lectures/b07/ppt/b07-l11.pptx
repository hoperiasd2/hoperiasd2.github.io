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자율신경 반사부전이다. 손상 이하의 유해 자극(대개 방광 팽만, 변 매복)이 척수 교감 반사를 유발하는데 상위 중추의 하행 억제가 차단되어 손상 이하에서 광범위한 혈관 수축이 일어나고, 손상 위에서는 압력수용체 반사로 서맥·홍조·발한이 나타난다. 환자를 앉히고 조이는 옷을 풀며, 도뇨·변 매복 제거 등 유발 요인을 즉시 해결하고 필요 시 속효성 강압제를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발열은 발열원이 PGE₂를 통해 시삭전 영역의 체온 설정점을 높이는 현상이므로 COX 억제제가 설정점을 되돌려 효과가 있다. 열사병은 설정점이 정상인 상태에서 열 생산이 열 발산을 초과해 체온이 오르는 고체온이므로, 설정점을 낮추는 약은 소용이 없고 증발 냉각·냉수 침수 같은 물리적 냉각이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기립 시 심박수 반응을 본다. 탈수·출혈 등 비신경성 원인에서는 압력수용체 반사가 정상이므로 혈압이 떨어질 때 심박수가 뚜렷이 증가한다. 신경성(자율 부전)에서는 교감 반사가 손상되어 혈압이 크게 떨어져도 심박수 증가가 거의 없다(혈압 하강 대비 심박 증가 비율이 낮음).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교뇌 배뇨 중추가 끊기면 배뇨근 수축과 외괄약근 이완이 협동하지 못해 배뇨근이 수축할 때 괄약근도 함께 닫힌다. 그 결과 방광 내압이 매우 높아지고 요관으로 역류와 수신증, 반복 감염이 생겨 만성 신부전으로 이어질 수 있다. 간헐적 도뇨, 항콜린제·보툴리눔 독소, 요역동학 검사로 저압 방광을 유지하는 것이 목표이다.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B07 신경생리학과 신경해부학 기초  ·  통합 신경해부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자율신경계와 시상하부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The Autonomic Nervous System and Hypothalamus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B07-L11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B07-L11  ·  자율신경계와 시상하부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교감·부교감·장신경계의 해부와 전달물질·수용체를 정리한다.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자율신경 반사(압력수용체, 배뇨, 성반사)와 장기별 조절을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자율신경 장애(기립성 저혈압, 자율신경 반사부전, 다계통 위축)를 감별한다.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시상하부의 핵과 기능(체온, 섭식, 수분, 일주기, 내분비)을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자율신경 검사와 약물 치료를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B07-L11  ·  자율신경계와 시상하부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자율신경계의 구성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자율 반사와 장기 조절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자율신경 장애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시상하부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자율신경계의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B07-L11  ·  자율신경계와 시상하부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수용체: α1(혈관 수축, 산동, 요도 괄약근), α2(전시냅스 억제, 중추 교감 억제 — 클로니딘), β1(심박·수축력, 레닌), β2(기관지·혈관 확장, 근육 떨림), β3(지방분해·방광 이완 — 미라베그론); M1(위산·중추), M2(심장 서맥), M3(평활근 수축·분비).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장신경계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('제2의 뇌'): 근층간·점막하 신경총, 약 2–6억 개 뉴런 — 독립적 반사(연동·분비), 미주·척수 신경이 조절; 세로토닌(장 EC세포), 장 교세포. 선천 거대결장(히르슈스프룽 — RET, 신경능선 이주 실패 → 무신경절 분절).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자율신경계의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B07-L11  ·  자율신경계와 시상하부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부교감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흉요수(T1–L2)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중간외측핵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뇌간(III, VII, IX, X) + 천수(S2–4)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절전 섬유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짧음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긺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교감 사슬·복강 신경절(척추 근처)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표적 장기 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절전 전달물질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ACh → 니코틴성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ACh → 니코틴성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절후 전달물질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노르에피네프린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(예외: 땀샘 — ACh 무스카린성, 신장 — 도파민)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ACh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→ 무스카린성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부신수질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변형된 절후 뉴런 — ACh 자극으로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에피네프린 80%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분비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자율 반사와 장기 조절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B07-L11  ·  자율신경계와 시상하부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압력수용체 반사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경동맥동(IX)·대동맥궁(X) → 고립로핵 → 혈압 상승 시 교감 억제·미주 활성(서맥·혈관 확장) → 기립 시 반대 작동. 경동맥동 과민증(실신), 압력수용체 실패(경부 방사선·수술 후 — 혈압 변동).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화학수용체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경동맥소체(저산소), 중추(CO₂·pH).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배뇨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저장 — 교감(T11–L2, α1 내괄약근 수축·β3 배뇨근 이완) + 체성(음부신경 S2–4 외괄약근); 배뇨 — 부교감(S2–4, M3 배뇨근 수축) + 괄약근 이완,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교뇌 배뇨 중추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조정, 전두엽이 수의 조절.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병변별: 피질·전두(탈억제 — 절박성), 척수 상부(배뇨근-괄약근 협동장애 — 고압·수신증), 천수·말초(이완성 — 저류·범람 요실금).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자율 반사와 장기 조절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B07-L11  ·  자율신경계와 시상하부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성반사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발기(부교감 S2–4, NO–cGMP — PDE5 억제제), 사정(교감 L1–2) — "Point and Shoot".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위장관·동공·땀·체온 조절은 각 체계의 균형으로 결정.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자율신경 장애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B07-L11  ·  자율신경계와 시상하부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기립성 저혈압 관리: 유발 약물 조정, 수분·염분, 압박 스타킹·복대, 천천히 일어서기, 머리 올린 수면,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미도드린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(α1),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드록시도파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(NE 전구체), 플루드로코르티손, 피리도스티그민(신경절 전달 강화 — 누운 자세 고혈압 악화 적음); 식후·야간 저혈압과 누운 자세 고혈압의 균형이 핵심.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자율신경 장애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B07-L11  ·  자율신경계와 시상하부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기립성 저혈압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(기립 3분 내 수축기 ≥20/확장기 ≥10 mmHg 하강)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신경성(심박 보상 없음 — 당뇨·파킨슨·다계통 위축·아밀로이드·순수 자율 부전) vs 비신경성(탈수·출혈·약물·심부전)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체위기립빈맥증후군(POTS)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기립 10분 내 심박 ≥30/분 증가(청소년 ≥40) + 저혈압 없음, 어지럼·피로 — 바이러스 감염·장기 코로나 후 증가; 수분·염분·압박·운동 재활, 이바브라딘·β차단제·미도드린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자율신경 반사부전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T6 이상 척수 손상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에서 손상 이하 유해 자극(방광 팽만·변비) → 교감 과반사 → 심한 고혈압, 손상 위 홍조·발한, 반사 서맥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응급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(자세 세우기·유발 요인 제거·속효 강압제)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다계통 위축(MSA)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α-시누클레인 교세포 봉입체; 자율 부전(기립성 저혈압·요저류·발기부전) + 파킨슨증(MSA-P) 또는 소뇌 실조(MSA-C); 레보도파 반응 저조, 흡기 천명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순수 자율 부전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자율 증상만, 느린 진행 — 일부는 MSA·PD·DLB로 진행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당뇨 자율신경병증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B05 L10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길랭-바레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혈압·심박 변동 — 모니터링 필요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가족성 자율신경이상증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ELP1 (B06 L03)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자율신경 장애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B07-L11  ·  자율신경계와 시상하부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급성 자율신경절 병증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항-gAChR(α3) 항체 — 면역치료 반응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시상하부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B07-L11  ·  자율신경계와 시상하부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체온 조절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설정점(시삭전 영역) — 발열은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PGE₂가 설정점을 올리는 것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(해열제 = COX 억제 → 설정점 하강); 고체온(열사병·악성고열·신경이완제 악성 증후군)은 설정점은 정상이나 열 발산 실패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해열제 무효, 물리적 냉각 필요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섭식: 렙틴–POMC/AgRP–MC4R(B04 L13), 그렐린, 시상하부 염증(비만).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수분: 삼투수용체(종말판혈관기관 — 장벽 없음) → 바소프레신·갈증.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시상하부-뇌하수체 축(B04 L06–L08), 스트레스 반응(HPA).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임상: 시상하부 종양(두개인두종 — 시야·내분비·비만·체온), 시상하부 과오종(웃음 발작·성조숙), 뇌하수체 졸중, 베르니케(유두체), 기면증(오렉신).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시상하부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B07-L11  ·  자율신경계와 시상하부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병변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시교차상핵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일주기 시계(망막 ipRGC 입력)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수면-각성 리듬 장애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시삭상핵·실방핵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바소프레신·옥시토신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(신경하수체)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중추성 요붕증, SIADH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궁상핵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POMC/AgRP(섭식), GHRH, 도파민(프로락틴 억제)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비만, 호르몬 이상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복내측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포만('satiety')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병변 시 과식·비만·공격성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외측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섭식·각성(오렉신)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병변 시 식욕 부진·기면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전시상하부/시삭전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발산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(발한·혈관확장), 수면 개시(VLPO — GABA/갈라닌)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병변 시 고열, 불면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후시상하부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보존·생성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(떨림·혈관수축), 각성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병변 시 저체온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유두체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기억(파페즈)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코르사코프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시상하부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B07-L11  ·  자율신경계와 시상하부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병변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실방·배내측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스트레스(CRH), 자율 통합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B07-L11  ·  자율신경계와 시상하부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미주신경 자극(이식형·경피 이식 귀)이 뇌전증·우울·뇌졸중 재활에 승인·확대되고, '염증 반사'(미주 → 비장 → TNF 억제)를 이용한 자가면역 치료가 임상시험 중이다.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장-뇌 축 연구로 장내 미생물·장 감각 뉴런이 섭식·기분·면역을 조절하는 경로가 밝혀지고 있다(B08 L11).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시상하부 심부뇌자극(비만·섭식 장애)과 광유전학 기반 회로 지도화가 식욕·체온 조절 회로의 세밀한 구조를 드러내고 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B07-L11  ·  자율신경계와 시상하부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교감은 흉요수, 부교감은 뇌간·천수에서 기원하며 절후 전달물질은 각각 노르에피네프린과 아세틸콜린이다(땀샘은 예외).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압력수용체 반사, 배뇨·성반사는 교감·부교감·체성 신경의 협동으로 작동하며 병변 위치에 따라 특징적 장애를 만든다.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신경성 기립성 저혈압은 심박 보상이 없고, 자율신경 반사부전은 T6 이상 척수 손상의 응급이다.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시상하부는 체온·섭식·수분·일주기·내분비·스트레스를 통합하며 핵별로 뚜렷한 기능 분담이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발열은 설정점 상승이므로 해열제가 듣지만 고체온은 설정점 정상이므로 물리적 냉각이 필요하다.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B07-L11  ·  자율신경계와 시상하부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T4 척수 손상 환자가 심한 두통과 혈압 200/110, 손상 부위 위쪽 홍조·발한, 서맥을 보인다. 진단과 즉시 조치는?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자율신경 반사부전이다. 손상 이하의 유해 자극(대개 방광 팽만, 변 매복)이 척수 교감 반사를 유발하는데 상위 중추의 하행 억제가 차단되어 손상 이하에서 광범위한 혈관 수축이 일어나고, 손상 위에서는 압력수용체 반사로 서맥·홍조·발한이 나타난다. 환자를 앉히고 조이는 옷을 풀며, 도뇨·변 매복 제거 등 유발 요인을 즉시 해결하고 필요 시 속효성 강압제를 사용한다.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B07-L11  ·  자율신경계와 시상하부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열사병 환자에게 아세트아미노펜이 효과가 없는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발열은 발열원이 PGE₂를 통해 시삭전 영역의 체온 설정점을 높이는 현상이므로 COX 억제제가 설정점을 되돌려 효과가 있다. 열사병은 설정점이 정상인 상태에서 열 생산이 열 발산을 초과해 체온이 오르는 고체온이므로, 설정점을 낮추는 약은 소용이 없고 증발 냉각·냉수 침수 같은 물리적 냉각이 필요하다.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B07-L11  ·  자율신경계와 시상하부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신경성 기립성 저혈압과 탈수에 의한 기립성 저혈압을 침상에서 감별하는 방법은?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기립 시 심박수 반응을 본다. 탈수·출혈 등 비신경성 원인에서는 압력수용체 반사가 정상이므로 혈압이 떨어질 때 심박수가 뚜렷이 증가한다. 신경성(자율 부전)에서는 교감 반사가 손상되어 혈압이 크게 떨어져도 심박수 증가가 거의 없다(혈압 하강 대비 심박 증가 비율이 낮음).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B07-L11  ·  자율신경계와 시상하부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상부 척수 손상 환자에게 배뇨근-괄약근 협동장애가 생기면 왜 신장 기능이 위험한가?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교뇌 배뇨 중추가 끊기면 배뇨근 수축과 외괄약근 이완이 협동하지 못해 배뇨근이 수축할 때 괄약근도 함께 닫힌다. 그 결과 방광 내압이 매우 높아지고 요관으로 역류와 수신증, 반복 감염이 생겨 만성 신부전으로 이어질 수 있다. 간헐적 도뇨, 항콜린제·보툴리눔 독소, 요역동학 검사로 저압 방광을 유지하는 것이 목표이다.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B07-L11  ·  자율신경계와 시상하부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Benarroch EE. Autonomic Neurology. Oxford, 2014.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Kandel ER et al. Principles of Neural Science, 6th ed. Ch. 41–43.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Freeman R et al. Consensus statement on the definition of orthostatic hypotension, neurally mediated syncope and POTS. Clin Auton Res 2011;21:69–72.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B07-L11  ·  자율신경계와 시상하부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Gibbons CH et al. The recommendations of a consensus panel for the screening, diagnosis, and treatment of neurogenic orthostatic hypotension. J Neurol 2017;264:1567–1582.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Saper CB, Lowell BB. The hypothalamus. Curr Biol 2014;24:R1111–R1116.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