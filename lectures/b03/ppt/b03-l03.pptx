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허혈성 간염(쇼크간)이다. 저관류로 산소 기울기 말단의 3구역 간세포가 괴사하여 트랜스아미나아제와 LDH가 급격히 매우 높게 상승하고, 혈역학 회복 후 수일 내 빠르게 감소한다. LDH/ALT 비가 높다는 점(&gt;1.5)이 바이러스 간염과의 감별에 도움이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에탄올 대사로 간 NADH/NAD⁺ 비가 크게 상승해 피루브산은 젖산으로, OAA는 말산으로 전환되어 포도당신생 기질이 고갈된다. 영양 결핍으로 간 글리코겐 저장도 없으므로 혈당을 유지하지 못한다. 티아민 투여 후 포도당을 공급한다.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FIB-4 1.3–2.67은 중간 위험(불확정)이므로 진동제어 순간탄성검사(간경직도)나 ELF 검사로 2차 평가를 한다. 간경직도 &lt;8 kPa이면 저위험으로 1–3년 후 재평가, 8–12 kPa는 추가 평가·전문의 의뢰, &gt;12 kPa는 진행 섬유화 가능성이 높아 간 전문의 진료와 약물치료·합병증 감시를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인간에서 자연적으로 발생한 기능소실 변이가 질환 보호 효과를 보이면서 다른 해로운 표현형이 없다면, 그 단백질을 약물로 억제하는 것이 안전하고 효과적일 것이라는 '인간 유전학 기반 표적 검증'이다. 이에 따라 간 표적 siRNA로 HSD17B13 발현을 낮추는 치료가 임상시험 중이다.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B03 중개의학과 생화학  ·  소화간대사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간의 대사 기능과 대사이상지방간질환(MASLD)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Hepatic Metabolism and Metabolic Dysfunction-Associated Steatotic Liver Disease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B03-L03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간소엽 구역별 대사 분업(문맥 주위 vs 중심정맥 주위)과 간의 주요 대사 기능을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간기능 검사(ALT, AST, ALP, GGT, 빌리루빈, 알부민, PT/INR)를 생화학적으로 해석한다.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MASLD/MASH의 새 명명법, 병태생리(다중 타격: 지질독성, 인슐린 저항성, 염증, 섬유화)를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 대사(ADH, ALDH, CYP2E1)와 알코올성 간질환의 생화학을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비침습 섬유화 평가(FIB-4, 탄성검사)와 MASH 치료제(레스메티롬, GLP-1RA)를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간의 대사 분업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간기능 검사의 생화학적 해석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MASLD: 개념과 명명법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MASLD의 병태생리: 다중 타격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 대사와 알코올성 간질환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비침습 평가와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간의 대사 분업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구역화는 Wnt/β-카테닌 기울기(중심정맥 내피 Wnt2/9b → 3구역 유전자)와 산소·호르몬 기울기로 유지된다.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간의 기능: 혈당 항상성, 지단백 합성·제거, 혈장 단백(알부민, 응고인자, 보체, 급성기 단백, 트랜스페린), 요소 합성, 담즙 생성, 빌리루빈 포합, 약물·호르몬 대사(인슐린·에스트로겐·알도스테론 분해), 비타민 저장(A, D, B12), 철·구리 대사, 면역(쿠퍼세포).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간의 대사 분업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구역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1구역 (문맥 주위)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3구역 (중심정맥 주위)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우세 대사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포도당신생, β-산화, 요소회로, 콜레스테롤·담즙산 합성(일부), 아미노산 이화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해당, 지방 합성,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글루타민 합성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CYP2E1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약물 대사, 케톤 생성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 취약성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독성 담즙, 인 중독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허혈(쇼크간)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아세트아미노펜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알코올, 할로탄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간의 대사 분업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간경변 환자에서 여성형 유방·거미혈관종·손바닥 홍반은 간의 에스트로겐 분해 저하와 SHBG 증가로 설명되고, 고알도스테론증은 복수에 기여한다. 저혈당은 말기 간부전의 소견이다(간 기능 80% 이상 소실 시).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간기능 검사의 생화학적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손상 패턴: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 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= (ALT/ULN)/(ALP/ULN) → ≥5 간세포형, ≤2 담즙정체형, 2–5 혼합형 (약물 유발 간손상 분류).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ALT &gt;1000 U/L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허혈성 간염(쇼크간; LDH도 매우 높고 빠르게 감소), 급성 바이러스 간염, 아세트아미노펜, 자가면역 간염, 급성 담관 폐쇄(초기 일시적), 윌슨병 전격형(ALP 낮음·ALP/빌리루빈 &lt;4, 쿰스 음성 용혈).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점수: Child-Pugh(빌리루빈·알부민·INR·복수·뇌병증),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MELD-Na/MELD 3.0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(빌리루빈·INR·크레아티닌·Na·알부민·성별) → 간이식 우선순위.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간기능 검사의 생화학적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 포인트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간세포 손상(세포질)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특이적; 반감기 ~47시간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AST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간세포(미토콘드리아 80%·세포질), 근육, 심장, 적혈구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AST/ALT &gt;2: 알코올(PLP 결핍, 미토 손상), 간경변; 근육 질환·용혈 시 AST 단독↑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담관 상피(담즙정체), 뼈, 태반, 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GGT 동반 상승 시 간담도, GGT 정상 시 뼈(성장기·파제트병·골전이)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GGT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담관, 효소 유도(알코올, 항경련제)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민감하나 비특이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빌리루빈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생성·흡수·포합·배설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비포합/포합 분획(B03 L04)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알부민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기능 (반감기 ~20일)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영양·염증·신증후군 영향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PT/INR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기능 (VII 반감기 ~6시간)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간부전 예후 지표; 비타민 K 투여 후 미교정 시 합성 장애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MASLD: 개념과 명명법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2023년 다학회 합의로 NAFLD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(대사이상지방간질환), NASH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MASH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변경. 정의: 간 지방증 + 심혈관대사 위험인자 1개 이상(BMI/허리둘레, 공복혈당/당뇨, 혈압, TG, HDL 저하) + 다른 원인 없음. 알코올 섭취가 중간 수준이면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MetALD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유병률: 성인 약 30%(한국 성인 약 25–35%), 비만·당뇨에서 60–70%. 간경변·간세포암의 주요 원인으로 증가 중이며 사망 원인 1위는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심혈관질환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스펙트럼: 단순 지방증(MASL) → MASH(지방증 + 풍선변성 + 소엽 염증) → 섬유화(F0–F4) → 간경변 → 간세포암(간경변 없이도 발생 가능).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섬유화 단계가 예후(간 관련 사망)를 결정하는 가장 중요한 인자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MASLD의 병태생리: 다중 타격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 지방산 유입원: 지방조직 지방분해 유래 FFA(~60%, 지방조직 인슐린 저항성),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 novo 지방생성(DNL, ~25%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정상의 3배 — 과당·포도당·고인슐린혈증→SREBP-1c/ChREBP), 식이(~15%).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처리 경로: β-산화(포화 시 ROS), VLDL 분비(한계 존재; TM6SF2 E167K는 분비 저하로 간 지방↑·혈중 지질↓), TG 저장(지방구; PNPLA3 I148M은 지방구 리모델링 결함).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지질독성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TG 자체보다 포화지방산·DAG(→ PKCε → 인슐린 수용체 억제)·세라마이드·유리콜레스테롤·리소PC가 ER 스트레스, 미토콘드리아 기능장애, 간세포 자멸·풍선변성을 유발.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MASLD의 병태생리: 다중 타격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염증: 손상 간세포 DAMP·세포외소포 → 쿠퍼세포·유입 단핵구 대식세포(TREM2⁺ 지질연관 대식세포) → TNF-α, IL-1β; 장 투과성 증가로 문맥 LPS 유입(장-간 축).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섬유화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간성상세포(HSC) 활성화(TGF-β, PDGF, 헤지호그, 오스테오폰틴) → 비타민 A 소실, 근섬유모세포로 전환 → 1형 콜라겐 침착. 활성 HSC 자멸·불활성화로 섬유화는 가역적일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MASLD의 병태생리: 다중 타격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 위험 변이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PNPLA3 I148M (한국인 대립빈도 ~35–40%)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지방구 TG 가수분해 결함, CGI-58 격리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지방증·MASH·HCC 위험 증가; 표적 ASO/siRNA 시험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TM6SF2 E167K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VLDL 지질화 결함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지방↑, 심혈관 위험↓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MBOAT7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인지질 리모델링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섬유화↑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HSD17B13 절단 변이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지방구 레티놀 탈수소효소 LoF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(MASH·간경변 감소) → siRNA 치료 개발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GCKR P446L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글루코키나아제 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DNL↑, TG↑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알코올 대사와 알코올성 간질환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에탄올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ADH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세포질, NAD⁺ → NADH) 아세트알데하이드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ALDH2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미토콘드리아, NAD⁺ → NADH) 아세트산 → 아세틸-CoA(말초).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음주 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MEOS(CYP2E1)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유도 → 에탄올 대사 증가(내성) + ROS + 아세트아미노펜 독성 대사물(NAPQI) 생성 증가.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NADH/NAD⁺ 비 상승의 결과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피루브산 → 젖산(젖산산증, 요산 배설 경쟁 → 통풍 악화)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OAA → 말산 → 포도당신생 억제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저혈당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(특히 영양 결핍 시)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DHAP → 글리세롤-3-인산 → TG 합성↑ + β-산화 억제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지방간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β-하이드록시부티르산 우세 → 알코올성 케톤산증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알코올 대사와 알코올성 간질환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ALDH2*2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(rs671, Glu504Lys; 동아시아인 약 30–40% 보유): 아세트알데하이드 축적 → 안면 홍조, 빈맥, 오심 — 음주 억제 효과, 그러나 음주 지속 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식도 편평세포암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위험 크게 증가. 디설피람은 ALDH 억제로 같은 반응 유발.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알코올성 간질환: 지방간 → 알코올성 간염(말로리-덴크 소체, 호중구 침윤, AST/ALT &gt;2, 발열·황달·백혈구증가; Maddrey 판별 함수 ≥32 → 프레드니솔론) → 간경변.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알코올 대사와 알코올성 간질환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금주 후에도 티아민·엽산 결핍, 저마그네슘·저인산혈증(재급식 증후군), 알코올 금단 섬망을 함께 관리한다. 메탄올·에틸렌글리콜 중독은 같은 ADH로 대사되어 독성 대사물(포름산, 옥살산)을 만들므로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포메피졸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(ADH 억제) 또는 에탄올로 치료한다(B10 L12).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비침습 평가와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선별 알고리즘(AASLD/EASL 2023–2024): 고위험군(2형 당뇨, 비만 + 대사 위험, 간효소 이상)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FIB-4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(나이·AST·ALT·혈소판) &lt;1.3 저위험(65세 이상은 &lt;2.0) / ≥2.67 고위험 → 중간·고위험은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진동제어 순간탄성검사(VCTE, FibroScan)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간경직도(&lt;8 kPa 저위험, &gt;12 kPa 진행 섬유화) 또는 ELF 검사 → 필요 시 간생검·MR 탄성영상.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CAP(조절 감쇠 매개변수)와 MRI-PDFF로 지방량 정량.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비침습 평가와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체중 감량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7–10% 감량 시 MASH 해소·섬유화 호전; 지중해식, 과당·알코올 제한, 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레스메티롬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(갑상선호르몬 수용체-β 선택 작용제; 2024 FDA 최초 MASH 승인)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β-산화·미토파지↑, LDL↓; MAESTRO-NASH에서 MASH 해소·섬유화 1단계 개선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세마글루타이드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(2025 FDA MASH 승인, ESSENCE)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MASH 해소 62.9%, 섬유화 개선 36.8%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피오글리타존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MASH 조직 개선(체중 증가 부작용)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 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비당뇨 MASH 조직 개선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SGLT2i, 티르제파타이드, FGF21 유사체(에프루서민, 페그로질), 서보듀타이드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3상 진행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비만대사수술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MASH 해소·섬유화 회귀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간경변 단계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HCC 감시(6개월 초음파 ± AFP), 정맥류 선별, 이식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공간 아틀라스로 MASH 간의 '흉터 연관 대식세포'(TREM2⁺CD9⁺), 섬유화 니치 내 HSC–대식세포–내피 상호작용이 지도화되었다.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PNPLA3 I148M 표적 siRNA(JNJ-75220795, ION224 DGAT2 ASO), HSD17B13 siRNA(GSK4532990, ARO-HSD) 등 유전자형 기반 맞춤 MASH 치료가 시험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 아형화(간 중심 '유전형' vs '대사형')로 심혈관 위험과 간 위험을 다르게 예측하는 정밀 분류가 제안되었다.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간은 소엽 구역별로 대사가 분업화되어 있으며 3구역은 허혈·아세트아미노펜에 취약하다.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간기능 검사는 손상(ALT/AST), 담즙정체(ALP/GGT), 합성(알부민, INR), 배설(빌리루빈)로 나눠 해석한다.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MASLD는 대사 위험인자를 동반한 지방간이며 DNL 증가·지질독성·염증·HSC 활성화가 섬유화를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알코올 대사는 NADH/NAD⁺ 상승으로 지방간·저혈당·젖산산증을 만들며 *ALDH2*2*는 식도암 위험을 높인다.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FIB-4 → 탄성검사의 단계적 평가와 체중 감량, 레스메티롬·세마글루타이드가 MASH 치료의 근간이다.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쇼크로 입원한 환자의 ALT 3500, AST 4200, LDH 5000 U/L이 측정되었고 48시간 후 빠르게 감소했다. 해석은?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허혈성 간염(쇼크간)이다. 저관류로 산소 기울기 말단의 3구역 간세포가 괴사하여 트랜스아미나아제와 LDH가 급격히 매우 높게 상승하고, 혈역학 회복 후 수일 내 빠르게 감소한다. LDH/ALT 비가 높다는 점(&gt;1.5)이 바이러스 간염과의 감별에 도움이 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영양 상태가 나쁜 만성 음주자가 폭음 후 저혈당 혼수로 내원했다.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에탄올 대사로 간 NADH/NAD⁺ 비가 크게 상승해 피루브산은 젖산으로, OAA는 말산으로 전환되어 포도당신생 기질이 고갈된다. 영양 결핍으로 간 글리코겐 저장도 없으므로 혈당을 유지하지 못한다. 티아민 투여 후 포도당을 공급한다.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MASLD 환자의 FIB-4가 2.1로 나왔다. 다음 단계는?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FIB-4 1.3–2.67은 중간 위험(불확정)이므로 진동제어 순간탄성검사(간경직도)나 ELF 검사로 2차 평가를 한다. 간경직도 &lt;8 kPa이면 저위험으로 1–3년 후 재평가, 8–12 kPa는 추가 평가·전문의 의뢰, &gt;12 kPa는 진행 섬유화 가능성이 높아 간 전문의 진료와 약물치료·합병증 감시를 고려한다.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HSD17B13 기능소실 변이가 MASH와 간경변 위험을 낮춘다는 발견이 신약 개발로 이어진 논리를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인간에서 자연적으로 발생한 기능소실 변이가 질환 보호 효과를 보이면서 다른 해로운 표현형이 없다면, 그 단백질을 약물로 억제하는 것이 안전하고 효과적일 것이라는 '인간 유전학 기반 표적 검증'이다. 이에 따라 간 표적 siRNA로 HSD17B13 발현을 낮추는 치료가 임상시험 중이다.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Rinella ME et al. A multisociety Delphi consensus statement on new fatty liver disease nomenclature. J Hepatol 2023;79:1542–1556.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Rinella ME et al. AASLD Practice Guidance on the clinical assessment and management of NAFLD. Hepatology 2023;77:1797–1835.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Harrison SA et al. A phase 3, randomized, controlled trial of resmetirom in NASH with liver fibrosis (MAESTRO-NASH). N Engl J Med 2024;390:497–509.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B03-L03  ·  간의 대사 기능과 대사이상지방간질환(MASLD)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Sanyal AJ et al. Phase 3 trial of semaglutide in metabolic dysfunction-associated steatohepatitis (ESSENCE). N Engl J Med 2025.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Ben-Moshe S, Itzkovitz S. Spatial heterogeneity in the mammalian liver. Nat Rev Gastroenterol Hepatol 2019;16:395–410.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