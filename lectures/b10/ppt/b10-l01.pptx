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철 과부하로 트랜스페린 포화도가 높아지고 비트랜스페린 결합 철이 증가하면, 숙주의 철 격리(영양 면역)가 무력화된다. 예르시니아, 비브리오 불니피쿠스, 무코르 등은 철 의존성이 크고 사이데로포어 활성이 높아 이런 환경에서 급속히 증식한다. 또한 과잉 철은 호중구·대식세포 기능과 ROS 균형에도 영향을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이타콘산은 IRG1(ACOD1)이 시스-아코니트산으로부터 만들며, 숙주 쪽에서는 석신산 탈수소효소를 억제해 석신산-HIF-1α-IL-1β 축을 누르고 KEAP1을 알킬화해 NRF2 항산화 반응을 켠다. 병원체 쪽에서는 아이소시트르산 분해효소를 억제해 글리옥실산 우회로에 의존하는 세균(결핵균, 살모넬라)의 지방산 이용을 막는다.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β-락탐의 살균은 MIC를 넘는 시간의 비율(T&gt;MIC)에 비례하므로, 투여 간격을 좁히거나 주입 시간을 늘려 혈중 농도를 MIC 위에 오래 유지하는 것이 유리하다. 아미노글리코사이드는 최고 농도/MIC 비에 비례하는 농도 의존 살균과 긴 후항생제 효과를 가지며, 신·이독성은 저농도 노출 시간과 관련되므로 1일 1회 고용량이 효과와 안전성을 함께 개선한다.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산성 환경에서 트랜스페린의 철 결합이 약해져 유리 철이 증가하고, 무코르균은 이 철을 효율적으로 포획한다(CotH 수용체와 숙주 GRP78 상호작용도 산증·고혈당에서 증가). 동시에 고혈당과 산증은 호중구 주화·탐식·산화적 살균을 억제하고, 케톤체는 균 성장을 지지한다. 따라서 치료는 수술적 제거와 항진균제 외에 산증·혈당 교정과 철 가용성 감소가 함께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B10 기타질환학  ·  감염과 면역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감염질환의 생화학: 숙주-병원체 대사 상호작용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Biochemistry of Infectious Disease: Host-Pathogen Metabolic Interactions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B10-L01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병원체가 숙주로부터 탄소원·질소원·금속을 확보하는 전략을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영양 면역(nutritional immunity)의 분자 기전과 철·아연·망간 쟁탈을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감염 시 면역세포의 대사 재편성(면역대사)과 그 결과를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항균제의 생화학적 표적과 내성 기전을 분자 수준에서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감염의 대사 바이오마커와 숙주 지향 치료의 개념을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병원체의 영양 확보 전략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영양 면역: 금속 쟁탈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면역세포의 대사 재편성(면역대사)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항균제의 생화학적 표적과 내성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감염의 대사 바이오마커와 숙주 지향 치료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병원체의 영양 확보 전략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 내 병원체는 숙주의 대사 환경에 맞춰 탄소원을 바꾼다.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결핵균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폐 병변에서 콜레스테롤과 지방산을 주 탄소원으로 사용하며(igr 오페론, Mce4 수송체), 글리옥실산 우회로(아이소시트르산 분해효소 ICL1/2)로 지방산 유래 아세틸-CoA를 당신생에 투입한다 — ICL 결손 균주는 만성 감염을 유지하지 못한다.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살모넬라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식포 안에서 포도당과 글리세롤을,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리스테리아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세포질에서 글리세롤·헥소스인산(Hpt 수송체, 숙주 포도당-6-인산 수송체 동족체)을 이용한다.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톡소플라스마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플라스모디움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스스로 퓨린을 합성하지 못해 숙주 퓨린을 구제 경로로 가져온다 → 이 의존성이 치료 표적이 된다(아토바쿠온은 별개로 시토크롬 bc1 억제).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질소원: 아미노산 분해, 요소 분해효소(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헬리코박터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유레아제 — 위산 중화 + 질소 공급), 폴리아민.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병원체의 영양 확보 전략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바이러스는 자체 대사가 없어 숙주를 재편성한다. 다수의 바이러스가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해당과정·글루타민 분해·지방산 합성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상향시켜 뉴클레오타이드와 막지질을 공급받는다(사이토메갈로바이러스, HCV의 지질 방울 이용, SARS-CoV-2의 지질 재편성).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영양 면역: 금속 쟁탈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연결: 철 과부하(수혈 의존, 혈색소증)는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예르시니아·비브리오 불니피쿠스·무코르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감염 위험을 높인다. 반대로 결핵 치료 중 무분별한 철 보충은 불리할 수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겸상적혈구·탈라세미아의 철 킬레이션, 투석 환자의 정맥 철 투여 등에서 감염 위험 평가가 필요하다.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영양 면역: 금속 쟁탈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숙주 도구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병원체 대응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헵시딘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↑ (IL-6 → STAT3)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페로포르틴 분해 → 혈청 철 감소, 대식세포 내 철 저장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 내 병원체는 오히려 유리 — 결핵·살모넬라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락토페린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트랜스페린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철 격리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사이데로포어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(엔테로박틴, 마이코박틴) 분비 + 전용 수송체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리포칼린-2(NGAL)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엔테로박틴 결합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당화 사이데로포어(살모켈린) — 리포칼린 회피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칼프로텍틴(S100A8/A9)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Zn²⁺·Mn²⁺ 격리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고친화 Zn 수송체(ZnuABC), Mn 수송체(MntH)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NRAMP1(SLC11A1)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식포에서 2가 금속 배출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금속 수송체 상향, 식포 탈출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구리 축적(ATP7A, CTR1)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구리 독성으로 살균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CopA 유출 펌프, 메탈로티오네인 유사 단백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영양 면역: 금속 쟁탈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숙주는 "굶기기"로 병원체를 억제하고, 병원체는 더 강한 쟁탈 도구로 맞선다. 철·아연·망간·구리를 둘러싼 이 싸움이 감염의 결과를 결정하는 축의 하나다.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면역세포의 대사 재편성(면역대사)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이타콘산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석신산 탈수소효소와 병원체 ICL을 억제하고 KEAP1을 알킬화해 NRF2를 활성화 — 항염·항균을 동시에 수행하는 대사물질. 유도체(4-OI)가 항염 치료 후보.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훈련된 면역(trained immunity)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BCG·β-글루칸 자극이 단핵세포에 후성유전학적 각인(H3K4me3)과 해당과정·글루타민·콜레스테롤 합성 경로 재편성을 남겨 비특이적 2차 방어력을 높인다 — 스타틴·메트포르민이 이를 수정할 수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패혈증 후기의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 마비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단핵세포의 해당과정·OXPHOS 동시 저하(대사 마비)와 상관된다.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면역세포의 대사 재편성(면역대사)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 상태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 표현형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조절자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기능적 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M1 대식세포, 활성 호중구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해당과정 ↑, PPP ↑, TCA 차단(시트르산·석신산 축적)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HIF-1α, mTORC1, IRG1→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이타콘산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ROS·NO 생산, IL-1β(석신산 → HIF-1α 안정화)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M2 대식세포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OXPHOS, 지방산 산화, 글루타민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PPARγ, STAT6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 수복, 아르기나아제-1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 T세포(Th1/Th17, CTL)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호기성 해당과정(와버그 유사), 글루타민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MYC, mTORC1, HIF-1α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급속 증식, IFN-γ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기억 T세포, Treg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 산화, 미토콘드리아 여유 용량 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AMPK, FOXO1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장기 생존, 억제 기능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항균제의 생화학적 표적과 내성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내성의 전파: 접합성 플라스미드, 통합자(integron), 트랜스포존 — 수평 유전자 전달이 종간 장벽을 넘는다.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지속균(persister)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 생물막: 유전적 내성 없이 대사 휴면으로 생존 → 재발의 근원. 생물막 내 세포는 영양·산소 구배로 항생제 투과와 작용이 모두 제한된다.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약동학-약력학: β-락탐은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시간 의존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(T&gt;MIC — 연장 주입), 아미노글리코사이드·퀴놀론은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농도 의존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(Cmax/MIC, AUC/MIC) → 투여 설계가 치료 성패를 가른다.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항균제의 생화학적 표적과 내성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내성 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세포벽(펩티도글리칸 전이효소)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β-락탐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β-락타마아제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(ESBL, AmpC, 카바페네마아제 KPC·NDM·OXA), PBP 변형(MRSA mecA)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D-Ala-D-Ala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반코마이신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vanA → D-Ala-D-Lac 치환(친화도 1000배 감소)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30S/50S 리보솜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아미노글리코사이드, 마크롤라이드, 테트라사이클린, 리네졸리드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변형 효소(AAC·APH),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에름(erm) 메틸화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유출 펌프, 리보솜 보호 단백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DNA 자이레이스·토포IV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플루오로퀴놀론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gyrA/parC 점돌연변이, Qnr 보호 단백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엽산 합성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설폰아마이드 + 트리메토프림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대체 DHPS/DHFR 획득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세포막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콜리스틴, 다프토마이신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mcr-1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포스포에탄올아민 전이효소(지질 A 변형), 막 전하 변화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RNA 중합효소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리팜핀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rpoB 돌연변이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미콜산 합성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아이소니아지드(KatG 활성화 → InhA)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katG 결손, inhA 프로모터 변이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감염의 대사 바이오마커와 숙주 지향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프로칼시토닌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전신 세균 감염에서 갑상선 외 조직에서 CALC-1 유전자가 광범위 발현되어 상승; 바이러스 감염에서는 IFN이 억제 → 항생제 중단 결정에 활용(단독 진단 도구는 아님).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젖산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패혈증 쇼크의 조직 저산소·대사 지표이자 예후 인자; 간 청소 저하와 β-아드레날린 자극성 해당과정 증가도 기여(모두 저산소는 아니다).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숙주 전사체 기반 세균/바이러스 구분 신호(IFI27, JUP, LAX1 등 조합)가 항생제 남용 감소를 목표로 개발되고 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숙주 지향 치료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스테로이드(세균성 수막염, 중증 폐렴, 코로나19), 항-IL-6(토실리주맙), 스타틴·메트포르민의 면역대사 조절, 결핵에서 PDE 억제제·비타민 D 보조, 패혈증 쇼크의 비타민 C·티아민(대규모 시험에서 이득 불확실).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감염의 대사 바이오마커와 숙주 지향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987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상관: 조절되지 않는 당뇨 환자의 감염 취약성은 다인성이다. 고혈당으로 인한 호중구 주화·탐식·NET 형성 장애, 보체 당화, 조직 관류 저하, 그리고 케톤·산성 환경이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무코르목증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처럼 특정 병원체에 유리한 조건(산성에서 트랜스페린 철 방출 + 케톤 이용)을 만든다. 혈당 조절이 곧 감염 치료의 일부다.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병원체 필수 대사 효소를 겨냥한 새로운 항균제(결핵 ATP 합성효소 억제제 베다퀼린, DprE1 억제제)가 대사 표적화의 가능성을 보여주고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장내미생물 대사체(단쇄지방산, 2차 담즙산)를 통한 감염 저항성 조절과 분변 미생물 이식의 적용 확대가 연구되고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숙주 대사·전사 신호를 결합한 신속 진단이 항생제 관리(stewardship)의 핵심 도구로 평가되고 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병원체는 숙주 조직의 가용 영양에 맞춰 탄소·질소 대사를 바꾸며, 결핵균의 콜레스테롤·지방산 이용이 대표적이다.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영양 면역은 철·아연·망간을 격리하는 숙주 전략이고, 사이데로포어와 금속 수송체가 병원체의 대응이다.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염증성 면역세포는 해당과정으로 전환하고 TCA 중간체(석신산·이타콘산)가 신호전달 분자로 작동한다.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항균제 내성은 효소적 분해, 표적 변형, 유출, 수평 전달로 발생하며 지속균과 생물막은 비유전적 생존 전략이다.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프로칼시토닌·젖산 등 대사 지표와 숙주 지향 치료가 감염 진료의 보조 축으로 자리잡고 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혈색소증이나 수혈 의존성 탈라세미아 환자에서 특정 감염 위험이 높아지는 생화학적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철 과부하로 트랜스페린 포화도가 높아지고 비트랜스페린 결합 철이 증가하면, 숙주의 철 격리(영양 면역)가 무력화된다. 예르시니아, 비브리오 불니피쿠스, 무코르 등은 철 의존성이 크고 사이데로포어 활성이 높아 이런 환경에서 급속히 증식한다. 또한 과잉 철은 호중구·대식세포 기능과 ROS 균형에도 영향을 준다.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이타콘산이 항염과 항균 작용을 동시에 갖는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이타콘산은 IRG1(ACOD1)이 시스-아코니트산으로부터 만들며, 숙주 쪽에서는 석신산 탈수소효소를 억제해 석신산-HIF-1α-IL-1β 축을 누르고 KEAP1을 알킬화해 NRF2 항산화 반응을 켠다. 병원체 쪽에서는 아이소시트르산 분해효소를 억제해 글리옥실산 우회로에 의존하는 세균(결핵균, 살모넬라)의 지방산 이용을 막는다.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β-락탐을 연장 주입하고 아미노글리코사이드는 1일 1회 고용량으로 주는 약력학적 근거는?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β-락탐의 살균은 MIC를 넘는 시간의 비율(T&gt;MIC)에 비례하므로, 투여 간격을 좁히거나 주입 시간을 늘려 혈중 농도를 MIC 위에 오래 유지하는 것이 유리하다. 아미노글리코사이드는 최고 농도/MIC 비에 비례하는 농도 의존 살균과 긴 후항생제 효과를 가지며, 신·이독성은 저농도 노출 시간과 관련되므로 1일 1회 고용량이 효과와 안전성을 함께 개선한다.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당뇨병성 케톤산증 환자가 무코르목증에 특히 취약한 이유를 대사적으로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산성 환경에서 트랜스페린의 철 결합이 약해져 유리 철이 증가하고, 무코르균은 이 철을 효율적으로 포획한다(CotH 수용체와 숙주 GRP78 상호작용도 산증·고혈당에서 증가). 동시에 고혈당과 산증은 호중구 주화·탐식·산화적 살균을 억제하고, 케톤체는 균 성장을 지지한다. 따라서 치료는 수술적 제거와 항진균제 외에 산증·혈당 교정과 철 가용성 감소가 함께 필요하다.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Hood MI, Skaar EP. Nutritional immunity: transition metals at the pathogen-host interface. Nat Rev Microbiol 2012;10:525–537.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O'Neill LAJ, Artyomov MN. Itaconate: the poster child of metabolic reprogramming in macrophage function. Nat Rev Immunol 2019;19:273–281.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Ehrt S, Schnappinger D, Rhee KY. Metabolic principles of persistence and pathogenicity in Mycobacterium tuberculosis. Nat Rev Microbiol 2018;16:496–507.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B10-L01  ·  감염질환의 생화학: 숙주-병원체 대사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Blair JMA et al. Molecular mechanisms of antibiotic resistance. Nat Rev Microbiol 2015;13:42–51.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Netea MG et al. Defining trained immunity and its role in health and disease. Nat Rev Immunol 2020;20:375–388.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