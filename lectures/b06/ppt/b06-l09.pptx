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갑상선중독성 주기마비. 갑상선호르몬이 Na⁺/K⁺-ATPase 발현과 활성을 높이고, 고탄수화물 식사 후 인슐린이 칼륨을 세포 안으로 이동시켜 급성 저칼륨 마비가 생긴다. 소량 KCl 보충과 비선택적 β차단제(프로프라놀롤)를 투여하며, 체내 총칼륨은 정상이므로 과량 보충 시 회복기 반동 고칼륨혈증이 생길 수 있어 주의한다. 갑상선 기능을 확인하고 원인을 치료한다.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드라베는 기능소실(반수부족)로 억제성 개재뉴런의 Nav1.1 전류가 감소해 탈억제·뇌전증이 생긴다. FHM3는 기능획득 변이로 개재뉴런이 과발화해 세포외 K⁺가 쌓이고 이것이 피질 확산 억제를 촉발해 편마비 전조 편두통이 생긴다. 같은 통로라도 기능 방향에 따라 반대 질환이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발작성 운동유발 이상운동증(PKD), 가장 흔한 원인은 PRRT2 변이이다(가족 중 영아 양성 경련 병력이 있을 수 있음). 저용량 카르바마제핀 또는 옥스카르바제핀에 대부분 극적으로 반응한다. 뇌전증·심인성 장애로 오진되기 쉬우므로 유발 양상과 약물 반응이 진단 단서가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ClC-1 염화물 통로 기능이 감소하면 근섬유막 안정화가 부족해 활동전위 후 T세관에 축적된 K⁺로 반복 발화(근긴장)가 생긴다. 반복 수축을 계속하면 Na⁺ 통로의 느린 불활성화 축적과 Na⁺/K⁺-ATPase 활성 증가 등으로 흥분성이 감소해 근긴장이 줄어든다. 반대로 Nav1.4 이상인 부근긴장증은 반복 운동·추위로 오히려 악화된다.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발작·발달 질환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이온통로병: 편두통, 주기마비, 발작성 운동실조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Channelopathies: Migraine, Periodic Paralysis and Episodic Ataxia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이온통로병의 공통 특징(발작성·유발 요인·같은 유전자 다른 질환)을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가족성 편마비 편두통(FHM1–3)과 일반 편두통의 유전·피질 확산 억제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 이온통로병(저칼륨·고칼륨 주기마비, 근긴장증)의 분자 기전과 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발작성 운동실조(EA1, EA2)와 발작성 운동이상증(PKD)의 유전과 약물 반응을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약리(아세타졸라마이드, 4-AP, 카르바마제핀, 멕실레틴)의 원리를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이온통로병의 공통 원리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편두통과 가족성 편마비 편두통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 이온통로병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발작성 운동실조와 운동이상증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이온통로병의 공통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특징: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발작성(episodic)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증상 사이 정상(초기), 유발 요인(운동·휴식·식사·스트레스·추위·놀람), 시간이 지나며 고정 결손(진행성 근병증·소뇌 위축)으로 이행 가능.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유전자의 다른 변이 → 다른 질환(CACNA1A: FHM1·EA2·SCA6; SCN4A: 고칼륨 주기마비·선천성 부근긴장증·저칼륨 주기마비 2형·근긴장증), 같은 질환 → 다른 유전자.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 효과: GoF vs LoF, 반수부족 vs 우성음성 → 치료 선택.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비신경계 이온통로병과의 연결: 심장(QT 연장 — KCNQ1, SCN5A 브루가다), 신장(바터·지텔만), 췌장(K_ATP — B04 L03, L05), 폐(CFTR).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편두통과 가족성 편마비 편두통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편두통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유병률 ~15%(여:남 3:1), 유전율 40–60%, GWAS 100개 이상 좌위(혈관·평활근·이온 항상성·신경 유전자).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확산 억제(CSD)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후두 피질에서 시작해 3–5 mm/분으로 퍼지는 탈분극 파 → 전조(섬광 암점 — 시야를 천천히 이동) → 연수막 삼차신경 감각 섬유 활성화(K⁺·글루탐산·H⁺·NO 방출) → 삼차신경혈관계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CGRP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방출 → 혈관 확장·신경성 염증·중추 감작 → 두통. 뇌졸중·TBI의 확산 탈분극과 같은 현상(B05 L06).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FHM(가족성 편마비 편두통)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상염색체 우성, 전조에 운동 약화(편마비) 포함: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결론: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글루탐산·K⁺ 항상성 이상 → CSD 감수성 증가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편두통 전조의 기전.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편두통과 가족성 편마비 편두통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기전: 트립탄(5-HT1B/1D — 혈관 수축·CGRP 방출 억제; 혈관 질환 금기), 게판트(CGRP 수용체 길항 — 리메게판트·우브로게판트·아토게판트),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항CGRP/수용체 단클론항체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(에레누맙·프레마네주맙·갈카네주맙·에프티네주맙 — 예방), 라스미디탄(5-HT1F — 혈관 수축 없음), 보툴리눔 독소(만성), 예방 약물(토피라메이트, 프로프라놀롤, 칸데사르탄, 아미트립틸린, 발프로산). FHM은 혈관수축제(트립탄) 신중, 아세타졸라마이드·베라파밀·라모트리진 사용.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단일유전자 편두통 유사: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CADASIL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(NOTCH3 — 전조 편두통이 초기 증상, 피질하 경색·백질 변화, 측두극 병변), KCNK18(TRESK; 논쟁), 가족성 진전 수면위상 증후군 연관(CSNK1D).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편두통과 가족성 편마비 편두통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FHM1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CACNA1A(Cav2.1 P/Q형)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피질 흥분성 신경세포 글루탐산 방출↑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CSD 역치↓; 소뇌 운동실조·안진 동반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FHM2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ATP1A2(Na⁺/K⁺-ATPase α2 — 성상세포)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 → 세포외 K⁺·글루탐산 제거↓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CSD 촉진; 뇌전증 동반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FHM3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SCN1A(Nav1.1)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GoF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(드라베 LoF와 반대) → 억제성 개재뉴런 과발화 → 세포외 K⁺↑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PRRT2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 이온통로병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근긴장성 이영양증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(B06 L02)의 근긴장증은 CLCN1 스플라이싱 이상(MBNL 격리)으로 생기는 2차 이온통로병.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발작 중 K⁺, 운동 신경전도 검사(장기 운동 검사 — 운동 후 CMAP 진폭 감소), 근전도 근긴장 방전, 유전자 패널; 감별 — 2차 저칼륨(이뇨제, 고알도스테론, RTA), 갑상선.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악성고열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(RYR1, CACNA1S): 휘발성 마취제·숙시닐콜린 → 근소포체 Ca²⁺ 누출 → 고대사(고탄산·고열·경직·횡문근융해·고칼륨)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단트롤렌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(RyR1 억제) → 감수성 가족 선별(근육 생검 수축 검사, 유전).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골격근 이온통로병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임상·유발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저칼륨 주기마비(HypoPP)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CACNA1S(Cav1.1, ~70%), SCN4A(Nav1.4, 10%)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 감지 도메인 S4 아르기닌 변이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게이팅 공극 누설 전류(ω 전류)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저K⁺에서 역설적 탈분극 → 흥분성 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10대 발병, 수 시간–수일 이완성 마비,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고탄수화물 식사·휴식(운동 후)·스트레스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 유발(인슐린·카테콜아민 → K⁺ 세포 내 이동), 발작 시 혈청 K⁺ 낮음; 후기 고정 근병증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급성: 경구 KCl; 예방: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아세타졸라마이드·디클로르페나마이드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(탄산탈수효소 억제 — 기전 일부 불명), K⁺ 보존 이뇨제, 저탄수화물 식이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갑상선중독성 주기마비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후천(+ KCNJ18 Kir2.6 감수성)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갑상선호르몬 → Na⁺/K⁺-ATPase↑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아시아 남성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갑상선항진증, 고탄수화물·운동 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비선택적 β차단제(프로프라놀롤), 갑상선 치료; 과량 K⁺ 보충 시 반동 고칼륨 주의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고칼륨 주기마비(HyperPP)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SCN4A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Nav1.4 GoF(불활성화 결함) → 지속 탈분극 → 불활성화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소아 발병, 짧은(수십 분–2시간) 빈번한 발작,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후 휴식·K⁺ 섭취·금식·추위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근긴장증 동반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탄수화물 섭취, 흡입 β 작용제(급성), 티아자이드·아세타졸라마이드(예방)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선천성 부근긴장증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SCN4A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추위·반복 운동으로 악화되는 근긴장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(역설적 근긴장)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멕실레틴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선천성 근긴장증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(톰센 AD / 베커 AR)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CLCN1(ClC-1)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Cl⁻ 전도 감소 → 근섬유막 안정성↓ → 반복 발화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 시작 시 경직(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워밍업 현상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반복 운동으로 개선), 근비대(헤라클레스형)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멕실레틴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(Na⁺ 차단 — 유럽 승인), 라모트리진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앤더슨-타윌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KCNJ2(Kir2.1)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3징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주기마비 + 심실 부정맥(QT/U파) + 이형(낮은 귀, 소하악, 클리노닥틸리)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아세타졸라마이드, 심장 관리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발작성 운동실조와 운동이상증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CACNA1A 스펙트럼: FHM1(GoF) — EA2(LoF) — SCA6(작은 polyQ 확장) — 영아 뇌전증·발달 지연(신생 변이) → 하나의 유전자, 다수 질환의 교과서적 예.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발작성 운동실조와 운동이상증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KCNA1(Kv1.1)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초–수 분의 짧은 운동실조 발작(놀람·운동 유발), 발작 사이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파동(myokymia)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근전도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아세타졸라마이드(일부), 카르바마제핀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CACNA1A(Cav2.1)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시간 지속 운동실조·현훈·구역(스트레스·운동·알코올·카페인 유발), 발작 사이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하방 안진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서서히 진행 소뇌 위축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아세타졸라마이드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(반응률 높음),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4-아미노피리딘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(Kv 차단 → 퍼킨예 세포 발화 규칙성 회복)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 기타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CACNB4, SLC1A3(EAAT1 — EA6), FGF14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발작성 운동유발 이상운동증(PKD)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*PRRT2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*(약 60–90%; 시냅스 소포·Na⁺ 통로 조절)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갑작스런 동작 시작으로 유발되는 짧은(&lt;1분) 무도·근긴장이상 발작, 하루 수십 회, 의식 보존;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가족성 영아 경련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동반(같은 유전자)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저용량 카르바마제핀/옥스카르바제핀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 극적 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발작성 비운동유발 이상운동증(PNKD)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PNKD(MR1)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알코올·카페인·스트레스 유발, 수 시간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클로나제팜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발작성 운동 유발 이상운동증(PED)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*SLC2A1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*(GLUT1)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장시간 운동 후 하지 근긴장이상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케톤생성식이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(B05 L05)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CGRP 경로 약물의 성공은 '편두통 = 신경 질환' 패러다임을 확립했고, PACAP 경로(항PACAP 항체 Lu AG09222 2상 긍정)가 다음 표적으로 부상했다.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주기마비의 게이팅 공극 전류를 차단하는 약물 탐색과 CACNA1S 변이별 맞춤 치료가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 변이의 대규모 기능 분석(자동 패치 클램프·심층 돌연변이 스캔)으로 VUS를 GoF/LoF로 신속 분류하는 자료가 구축되고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이온통로병은 유발 요인이 있는 발작성 증상이 특징이며 같은 유전자의 GoF/LoF가 서로 다른 질환을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편두통 전조는 피질 확산 억제이며 FHM1–3(CACNA1A GoF, ATP1A2 LoF, SCN1A GoF)은 글루탐산·K⁺ 항상성 이상으로 CSD 감수성을 높인다; CGRP 표적 약물이 치료를 바꾸었다.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저칼륨 주기마비는 Cav1.1/Nav1.4 게이팅 공극 전류, 고칼륨 주기마비·부근긴장증은 Nav1.4 GoF, 선천성 근긴장증은 ClC-1 LoF가 원인이다.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EA1(KCNA1)·EA2(CACNA1A LoF — 아세타졸라마이드·4-AP), PKD(PRRT2 — 카르바마제핀), PED(SLC2A1 — 케톤식)는 약물 반응이 특이적이다.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악성고열(RYR1)은 마취 응급이며 단트롤렌으로 치료하고 가족 선별이 필요하다.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25세 아시아 남성이 피자를 먹고 잔 다음 날 아침 사지 마비로 내원했다. 혈청 K⁺ 2.1, 빈맥, 체중 감소가 있다. 진단과 치료 시 주의점은?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갑상선중독성 주기마비. 갑상선호르몬이 Na⁺/K⁺-ATPase 발현과 활성을 높이고, 고탄수화물 식사 후 인슐린이 칼륨을 세포 안으로 이동시켜 급성 저칼륨 마비가 생긴다. 소량 KCl 보충과 비선택적 β차단제(프로프라놀롤)를 투여하며, 체내 총칼륨은 정상이므로 과량 보충 시 회복기 반동 고칼륨혈증이 생길 수 있어 주의한다. 갑상선 기능을 확인하고 원인을 치료한다.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SCN1A 유전자 변이가 드라베 증후군과 가족성 편마비 편두통 3형을 각각 일으키는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드라베는 기능소실(반수부족)로 억제성 개재뉴런의 Nav1.1 전류가 감소해 탈억제·뇌전증이 생긴다. FHM3는 기능획득 변이로 개재뉴런이 과발화해 세포외 K⁺가 쌓이고 이것이 피질 확산 억제를 촉발해 편마비 전조 편두통이 생긴다. 같은 통로라도 기능 방향에 따라 반대 질환이 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동작을 갑자기 시작할 때마다 수 초간 한쪽 팔다리가 비틀리는 10대가 의식 소실 없이 하루 수십 번 증상을 겪는다. 진단과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발작성 운동유발 이상운동증(PKD), 가장 흔한 원인은 PRRT2 변이이다(가족 중 영아 양성 경련 병력이 있을 수 있음). 저용량 카르바마제핀 또는 옥스카르바제핀에 대부분 극적으로 반응한다. 뇌전증·심인성 장애로 오진되기 쉬우므로 유발 양상과 약물 반응이 진단 단서가 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선천성 근긴장증 환자가 처음 걸음을 뗄 때는 뻣뻣하다가 몇 걸음 뒤 부드러워지는 '워밍업 현상'의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ClC-1 염화물 통로 기능이 감소하면 근섬유막 안정화가 부족해 활동전위 후 T세관에 축적된 K⁺로 반복 발화(근긴장)가 생긴다. 반복 수축을 계속하면 Na⁺ 통로의 느린 불활성화 축적과 Na⁺/K⁺-ATPase 활성 증가 등으로 흥분성이 감소해 근긴장이 줄어든다. 반대로 Nav1.4 이상인 부근긴장증은 반복 운동·추위로 오히려 악화된다.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Ryan DP, Ptáček LJ. Episodic neurological channelopathies. Neuron 2010;68:282–292.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Ferrari MD et al. Migraine. Nat Rev Dis Primers 2022;8:2.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Cannon SC. Channelopathies of skeletal muscle excitability. Compr Physiol 2015;5:761–790.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Statland JM et al. Review of the diagnosis and treatment of periodic paralysis. Muscle Nerve 2018;57:522–530.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B06-L09  ·  이온통로병: 편두통, 주기마비, 발작성 운동실조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Jen JC et al. Primary episodic ataxias: diagnosis, pathogenesis and treatment. Brain 2007;130:2484–2493.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