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엑솜은 반복 확장을 놓치므로 흔한 반복 확장 운동실조(SCA1/2/3/6/7/17, DRPLA, 프리드라이히 FXN GAA, RFC1 CANVAS의 AAGGG 양대립 확장, FGF14 SCA27B GAA 확장)를 표적 검사하거나 장판독·유전체 기반 반복 분석을 시행한다. 미토콘드리아(POLG), 생화학(비타민 E, CTX 콜레스탄올)도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SCN1A 기능소실은 주로 억제성 개재뉴런의 Nav1.1을 감소시켜 탈억제를 일으킨다. Na⁺ 통로 차단제(카르바마제핀, 라모트리진, 페니토인)는 남은 개재뉴런 기능을 더 떨어뜨려 발작을 악화시키므로 피하고, 발프로산·클로바잠·스티리펜톨·펜플루라민·칸나비디올 등을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헌팅턴병은 성인 발병이며 증상 전 치료로 결과를 바꿀 수 없으므로, 미성년자 예측 검사는 본인의 미래 자율성(알지 않을 권리) 보호를 위해 원칙적으로 18세 이후로 미룬다. 충분한 상담과 심리 지원을 제공하고, 성인이 된 뒤 다단계 프로토콜로 결정하도록 한다(증상이 있는 경우의 진단 검사는 별개).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부모 검사로 de novo 여부 확인(표현형 일치 시 강한 근거), (2) 패치 클램프 등 기능 연구로 기능획득(조기 발병 뇌전증 — Na⁺ 차단제 반응) vs 기능소실(자폐·후기 뇌전증) 판정, (3) 집단 빈도(gnomAD 부재), 계산 예측, 동일 잔기의 기존 병원성 변이·표현형 데이터베이스 비교, 표현형 적합성 평가.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신경유전학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신경유전학 개론과 유전자 검사 전략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Introduction to Neurogenetics and Genetic Testing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신경계 질환에서 유전 요인의 비중과 신경유전 질환의 특수성(조직 접근성, 반복 확장, 모자이크)을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표현형 기반으로 적절한 유전 검사(단일 유전자, 반복 확장 검사, 패널, 엑솜, 유전체, 장판독)를 선택한다.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신경유전 검사 결과(VUS, 불완전 침투, 이질성)를 해석하고 가족 연쇄 검사를 계획한다.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예측 검사(헌팅턴병 등)·산전 검사의 윤리적 원칙을 적용한다.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신경유전 진단이 치료·관리에 미치는 영향(치료 가능 질환, 임상시험 자격)을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신경계 질환과 유전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 방법의 선택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결과 해석의 신경유전적 함정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예측 검사와 윤리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진단이 바꾸는 치료와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질환과 유전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단백 부호화 유전자의 약 80%가 뇌에서 발현되며, 멘델 질환의 약 40% 이상이 신경학적 표현형을 가진다(OMIM).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신경유전 질환의 특징: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조직 접근성 제한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뇌 조직을 얻기 어려워 혈액 DNA·RNA, 피부 섬유모세포, iPSC 유래 신경세포를 대리로 사용.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반복 확장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많음(40여 질환 — HD, SCA, FXS, DM, FRDA, C9orf72, CANVAS RFC1 등) — 단판독 엑솜으로 놓침.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체세포 모자이크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국소 피질 이형성증(MTOR 경로 — 뇌 조직 변이), 반측거대뇌증, 스터지-웨버(GNAQ), 맥큔-올브라이트.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신생 변이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의 높은 기여: 발달성 뇌전증 뇌병증·지적장애·자폐의 상당수(B06 L07, L08).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질환과 유전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다유전자·복합 질환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뇌전증·편두통·알츠하이머·파킨슨·조현병·자폐 — 흔한 변이 + 희귀 변이 + 환경.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표현형 이질성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유전자좌 이질성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(운동실조 &gt;100 유전자, CMT &gt;100, 유전성 경직성 하지마비 &gt;80).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수율: 소아 신경발달 질환 엑솜/유전체 30–50%, 성인 운동장애·신경근육 20–40%, 성인 발병 신경퇴행 10–20%.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방법의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실무 흐름: 정확한 표현형(HPO 용어) → 감별 → 흔하고 치료 가능한 원인 우선 → 반복 확장 의심 시 표적 검사 병행 → 엑솜/유전체(트리오) → 음성 시 재분석·RNA·장판독.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근생검·신경전도·MRI·생화학(CK, 젖산, VLCFA 등)은 여전히 변이 해석·표현형 확인에 중요하다('유전체 우선'이어도 '표현형 없는 유전체'는 위험).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방법의 선택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적합한 상황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놓치는 것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 단일 변이·유전자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강한 임상 의심(HD, SMA SMN1 결실, DMD 결실 MLPA), 가족 내 알려진 변이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유전자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확장 검사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(반복 프라이밍 PCR, 서던 블롯)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HD, SCA 1/2/3/6/7/17, DRPLA, FXS·FXTAS, DM1/2, FRDA, C9orf72, RFC1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점변이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염색체 마이크로어레이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지적장애·자폐·다발기형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점변이, 균형 전위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패널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운동실조·뇌전증·신경병증·근병증 등 이질적 질환군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패널 밖 유전자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엑솜(ES)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또는 패널 음성 후, 트리오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확장, 구조변이, 심부 인트론, mtDNA(일부)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유전체(GS)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신경발달·퇴행 1차 검사로 확대 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반복 확장(일부 도구로 추정 가능 — ExpansionHunter)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장판독 시퀀싱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확장 길이·중단·메틸화, 구조변이, 위유전자(SMN1/2, GBA1)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비용·접근성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mtDNA 분석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질환(혈액·소변·근육)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 방법의 선택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적합한 상황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놓치는 것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RNA-seq(근육·섬유모세포)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스플라이싱 VUS 해석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 발현 필요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DNA 메틸화 에피시그니처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크로마틴병증·각인(EpiSign)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해석의 신경유전적 함정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VUS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신경 유전자에서 특히 많음(대형 유전자 — TTN, DMD, SCN1A, CACNA1A) → 가족 분리, de novo 확인, 기능 검사(전기생리, RNA), 표현형 적합성으로 재평가.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불완전 침투·가변 표현도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LRRK2 G2019S(80세까지 약 25–42%), 16p11.2 결실, 15q11.2 BP1-BP2, C9orf72(ALS 또는 FTD 또는 무증상), 중간 HD 대립(27–35).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이중 진단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엑솜 진단 사례의 약 5%에서 두 가지 유전 질환 동반 → 복합 표현형은 하나의 원인으로 무리하게 설명하지 말 것.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반복 확장 해석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정상·중간·감소 침투·완전 침투 범위(HD), 반복 중단(CAA — HD, AGG — FXS 안정화), 체세포 불안정성(혈액 길이 ≠ 뇌 길이).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해석의 신경유전적 함정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2차 발견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신경과 환자에서 BRCA·린치·FH 등 의학적 조치 가능 변이 → 사전 동의에 따라 반환.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가족 연쇄 검사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우성 질환(가족 상담), X연관(어머니·자매 보인자), 열성(형제), 반복 확장 안티시페이션 상담.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예측 검사와 윤리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헌팅턴병 예측 검사 프로토콜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(국제 지침): 다단계 상담(검사 전 2회 이상, 심리 평가, 동반자 권장), 결과 대면 공개, 추적 지원 — 양성 결과 후 우울·자살 위험 대비; 검사 받지 않을 권리(알지 않을 권리).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미성년자: 성인 발병·치료 불가 질환의 예측 검사는 원칙적으로 18세 이후 본인 결정(자율성 보호); 소아 발병·조기 개입 가능 질환(SMA, DMD, 일부 대사)은 예외.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산전·착상 전 검사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융모막·양수 검사, PGT-M; HD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배제 검사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(부모 본인이 결과를 알지 않으면서 태아의 위험 대립 유전 여부만 확인), 비공개 PGT.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차별·보험: 한국 생명윤리법의 차별 금지, 그러나 민간 보험 실무 공백.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예측 검사와 윤리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연구 참여와 데이터 공유: 희귀질환은 국제 데이터 공유(Matchmaker Exchange, GeneMatcher)가 진단의 열쇠 — 동의 범위 명시.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진단이 바꾸는 치료와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치료가 없더라도: 예후·합병증 감시(DM1 심장 전도, DMD 심장·호흡), 재발 위험 상담, 불필요한 검사·치료 중단, 환자 단체·임상시험 연결(유전자형 특이 시험).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진단이 바꾸는 치료와 관리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SMA(SMN1)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누시너센·리스디플람·오나셈노진 — 증상 전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SOD1-ALS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토퍼센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GLUT1 결핍·PDH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케톤생성식이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세가와병·AADC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L-DOPA / 유전자치료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SCN1A 드라베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Na⁺ 차단제 회피(카르바마제핀·라모트리진 악화), 펜플루라민·스티리펜톨·칸나비디올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KCNQ2 신생아 뇌전증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Na⁺ 차단제(카르바마제핀) 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PRRT2 발작성 운동유발 이상운동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저용량 카르바마제핀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POLG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발프로산 금기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진단이 바꾸는 치료와 관리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프리드라이히 운동실조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오마벨록솔렌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hATTR 다발신경병증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파티시란, 부트리시란, 이노테르센, 에플론테르센, 타파미디스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CTX, Wilson, 비오티니다아제, 세린·크레아틴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 질환·백질이영양증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ERT·HSCT·유전자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CACNA1A EA2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아세타졸라마이드·4-아미노피리딘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신속 유전체(rWGS)·장판독 '원스톱' 검사가 신생아·소아 신경 응급 진단을 수일 내로 단축하고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다유전자 위험 점수(알츠하이머·파킨슨)의 임상 활용은 아직 연구 단계이며 집단 간 이전성·윤리 문제가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맞춤형 ASO(N-of-1) 치료의 확대는 '진단 → 맞춤 치료'를 수개월 내에 연결하는 새로운 신경유전 의료 모델을 만들고 있다(B06 L12).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신경유전 질환은 반복 확장·체세포 모자이크·신생 변이·높은 이질성이 특징이며 진단 수율은 표현형에 따라 10–50%이다.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정확한 표현형을 바탕으로 반복 확장 검사, 패널, 엑솜·유전체(트리오), 장판독, RNA를 단계적으로 선택한다.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VUS, 불완전 침투, 이중 진단, 반복 길이 해석이 결과 해석의 핵심 함정이다.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헌팅턴병 예측 검사는 다단계 상담 프로토콜을 따르며 미성년자 예측 검사는 원칙적으로 유보한다.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진단은 SMA·SOD1-ALS·GLUT1·세가와병·hATTR 등에서 특이 치료로 직결되고, 금기 약물 회피와 감시를 가능하게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진행성 운동실조 성인 환자의 엑솜 검사가 음성이었다. 다음으로 고려할 검사는?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엑솜은 반복 확장을 놓치므로 흔한 반복 확장 운동실조(SCA1/2/3/6/7/17, DRPLA, 프리드라이히 FXN GAA, RFC1 CANVAS의 AAGGG 양대립 확장, FGF14 SCA27B GAA 확장)를 표적 검사하거나 장판독·유전체 기반 반복 분석을 시행한다. 미토콘드리아(POLG), 생화학(비타민 E, CTX 콜레스탄올)도 확인한다.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드라베 증후군(SCN1A) 진단이 약물 선택에 영향을 주는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SCN1A 기능소실은 주로 억제성 개재뉴런의 Nav1.1을 감소시켜 탈억제를 일으킨다. Na⁺ 통로 차단제(카르바마제핀, 라모트리진, 페니토인)는 남은 개재뉴런 기능을 더 떨어뜨려 발작을 악화시키므로 피하고, 발프로산·클로바잠·스티리펜톨·펜플루라민·칸나비디올 등을 사용한다.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헌팅턴병 위험군인 16세 청소년이 예측 검사를 원한다. 일반적 원칙은?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헌팅턴병은 성인 발병이며 증상 전 치료로 결과를 바꿀 수 없으므로, 미성년자 예측 검사는 본인의 미래 자율성(알지 않을 권리) 보호를 위해 원칙적으로 18세 이후로 미룬다. 충분한 상담과 심리 지원을 제공하고, 성인이 된 뒤 다단계 프로토콜로 결정하도록 한다(증상이 있는 경우의 진단 검사는 별개).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엑솜에서 발견된 SCN2A 미스센스 VUS를 재분류하기 위한 방법을 세 가지 제시하라.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부모 검사로 de novo 여부 확인(표현형 일치 시 강한 근거), (2) 패치 클램프 등 기능 연구로 기능획득(조기 발병 뇌전증 — Na⁺ 차단제 반응) vs 기능소실(자폐·후기 뇌전증) 판정, (3) 집단 빈도(gnomAD 부재), 계산 예측, 동일 잔기의 기존 병원성 변이·표현형 데이터베이스 비교, 표현형 적합성 평가.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Nussbaum RL et al. Thompson &amp; Thompson Genetics and Genomics in Medicine, 9th ed. 2023.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Rexach J, Lee H, Martinez-Agosto JA, Németh AH, Fogel BL. Clinical application of next-generation sequencing to the practice of neurology. Lancet Neurol 2019;18:492–503.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MacLeod R et al. Recommendations for the predictive genetic test in Huntington's disease. Clin Genet 2013;83:221–231.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B06-L01  ·  신경유전학 개론과 유전자 검사 전략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Depienne C, Mandel JL. 30 years of repeat expansion disorders: what have we learned and what are the remaining challenges? Am J Hum Genet 2021;108:764–785.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Stranneheim H et al. Integration of whole genome sequencing into a healthcare setting: high diagnostic rates across multiple clinical entities in 3219 rare disease patients. Genome Med 2021;13:40.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