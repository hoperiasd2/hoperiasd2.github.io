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진단되지 않은 CMT1A(PMP22 중복) 가능성이 크다. CMT 환자, 특히 CMT1A는 빈크리스틴(미세소관 억제 — 축삭 수송 장애)에 극도로 민감해 중증 급성 신경병증이 생긴다. 빈크리스틴 투여 전 신경병증 가족력·요족을 확인하고, CMT가 의심되면 신경전도·유전 검사를 시행해 약물을 조정해야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유전성 압박 마비 경향 신경병증(HNPP; PMP22 결실). PMP22 반수부족으로 수초가 압박에 취약해 무통성 재발성 압박 신경병증이 생기며, 신경 생검에서 소시지 모양 수초 비후(토마큘라)가 보인다. 압박 자세·반복 동작 회피를 교육하고 MLPA로 결실을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안정제(타파미디스, 디플루니살, 아코라미디스)는 TTR 사량체의 티록신 결합 부위에 결합해 사량체 해리(응집의 속도결정 단계)를 막는다. 침묵제(siRNA 파티시란·부트리시란, ASO 이노테르센·에플론테르센)는 간에서 TTR mRNA를 분해해 변이·야생형 TTR 생산 자체를 80–90% 줄인다. 체내 CRISPR 편집은 TTR 유전자를 영구적으로 불활성화한다.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코넥신 32는 말초 슈반세포뿐 아니라 중추 올리고덴드로사이트에도 발현되어 간극 연접을 통한 이온·대사물 이동을 담당한다. 저산소·발열·과호흡 등 대사 스트레스 시 올리고덴드로사이트–성상세포 간 칼륨·수분 완충이 실패해 일과성 세포독성 부종(확산 제한 백질 병변)과 뇌졸중 유사 증상이 생기며 대개 수주 내 회복한다.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B06 신경질환과 유전학  ·  신경근육 유전학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유전성 신경병증: 샤르코-마리-투스와 관련 질환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Inherited Neuropathies: Charcot–Marie–Tooth Disease and Related Disorders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B06-L03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CMT의 분류(탈수초형 CMT1, 축삭형 CMT2, 중간형, X연관)와 신경전도 기준을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CMT1A(PMP22 중복)와 HNPP(PMP22 결실)의 용량 민감성을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CMT 유전자(MPZ, GJB1, MFN2, GDAP1, aaRS)와 기전 범주를 정리한다.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유전성 감각자율신경병증(HSAN)과 유전성 운동신경병증, 대사성 유전 신경병증(hATTR 등)을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CMT 관리와 유전자 기반 치료 개발 현황을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CMT의 분류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PMP22 용량 질환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CMT 유전자와 기전 범주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HSAN·유전성 운동신경병증·대사성 유전 신경병증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CMT 관리와 치료 개발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CMT의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가장 흔한 유전성 신경근육 질환(약 1/2,500); 원위부 근위약·위축(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황새 다리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요족(pes cavus)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·망치 발가락, 원위 감각 저하, 반사 감소; 소아–청년기 발병, 느린 진행.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신경전도(정중신경 운동 전도 속도)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기준: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 형태 빈도(서구): CMT1A 40–50%, CMTX1 10–15%, HNPP, CMT1B(MPZ) 5–10%, CMT2A(MFN2) 5–10%. 100개 이상 유전자 — 그러나 4개 유전자(PMP22, GJB1, MPZ, MFN2)가 유전 진단 사례의 약 90%.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CMT의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전도 속도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CMT1(탈수초형, AD)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&lt;38 m/s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(대개 15–25), 균일 감소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양파 껍질 모양(반복 탈수초·재수초)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CMT2(축삭형, AD/AR)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&gt;38 m/s(정상 근처), 진폭 감소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축삭 소실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중간형(DI-CMT)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25–45 m/s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혼합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CMTX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남성 중간, 여성 경증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CMT4(AR 탈수초)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매우 느림, 조기·중증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PMP22 용량 질환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PMP22(17p12): 말초 수초 단백(PMP22, 수초 단백의 2–5%).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CMT1A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1.4 Mb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중복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(PMP22 3복사) — 반복 서열(CMT1A-REP) 사이 비대립 상동재조합(NAHR; B02 L05) → PMP22 과발현 → 슈반세포 ER 스트레스·수초 불안정 → 탈수초 → 2차 축삭 소실(장애는 축삭 소실과 상관).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HNPP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(유전성 압박 마비 경향 신경병증): 같은 영역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결실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(PMP22 1복사) → 반수부족 → 국소 압박에 취약한 수초(소시지 모양 '토마큘라') → 반복적 무통성 압박 단신경병증(비골신경 — 다리 꼬기 후 족하수, 척골, 요골, 상완신경총).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같은 유전자 용량의 증가/감소가 서로 다른 질환을 만드는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용량 민감성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의 대표 예.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PMP22 용량 질환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연구: PMP22 발현 감소 — ASO(동물 효과), siRNA, 아스코르브산(동물 효과 → 사람 RCT 음성), PXT3003(바클로펜+날트렉손+소르비톨 — 3상 혼재), 프로게스테론 길항제(동물).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CMT 유전자와 기전 범주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SORD 신경병증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폴리올 경로 대사 질환이 유전 신경병증의 원인일 수 있음을 보여준다(B05 L10 당뇨 폴리올과 연결).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CMT 유전자와 기전 범주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수초 구조·압축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PMP22,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*MPZ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(P0; CMT1B — 중증 영아형부터 성인 축삭형까지), *PRX, EGR2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간극 연접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*GJB1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*(코넥신 32; CMTX1)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남성 중등도·여성 경증, 중간형 전도,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일과성 뇌 백질 병변·뇌졸중 유사 발작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(고지대·발열·운동 후)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미토콘드리아 동역학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*MFN2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(마이토퓨신 2 — 외막 융합; CMT2A — 가장 흔한 축삭형, 중증 소아형, 시신경 위축), *GDAP1(분열; AR, 성대 마비), OPA1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축삭 미토콘드리아 수송·분포 장애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아미노아실-tRNA 합성효소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GARS1, YARS1, AARS1, HARS1, WARS1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우성 축삭형(상지 우세 가능 — CMT2D) — 독성 기능획득(신경 특이 — 번역 정지·리보솜 충돌, Nrp1 결합)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축삭 수송·세포골격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NEFL(신경미세섬유), KIF1B, DYNC1H1, HSPB1·HSPB8(소형 열충격 단백)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엔도솜·막 수송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RAB7A(CMT2B — 궤양·감각 우세), SH3TC2(CMT4C — 척추측만), MTMR2, SBF2, FIG4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SORD(소르비톨 탈수소효소 — AR, 2020 발견;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혈중 소르비톨↑ → 알도스 환원효소 억제제 고비소르스타트 3상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가장 흔한 AR 축삭형 중 하나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HSAN·유전성 운동신경병증·대사성 유전 신경병증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HSAN(유전성 감각자율신경병증)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소섬유·자율 우세.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SCN9A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기능획득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홍색사지통증(작열·홍조), 발작성 극통 장애; SCN11A, SCN10A — 소섬유 신경병증 통증.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유전성 운동신경병증(dHMN)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감각 침범 없는 원위 운동 — HSPB1, GARS1, BSCL2.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대사성 유전 신경병증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HSAN·유전성 운동신경병증·대사성 유전 신경병증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유전성 트랜스티레틴 아밀로이드증(hATTR)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TTR 변이(V30M — 포르투갈·일본·스웨덴; 한국 다양) → TTR 사량체 불안정 → 단량체 응집 → 감각운동·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자율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신경병증(조기 소섬유 — 작열통, 기립성 저혈압, 설사·변비), 수근관 증후군, 심근병증, 유리체 혼탁.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치료 혁신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사량체 안정제(타파미디스, 디플루니살, 아코라미디스), TTR 침묵제(파티시란·부트리시란 siRNA, 이노테르센·에플론테르센 ASO), 체내 CRISPR(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NTLA-2001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— 단회 투여 TTR 90% 감소), 간이식(과거).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파브리병(소섬유 작열통), 포르피린증(급성 운동 신경병증), 레프섬(파이탄산), 탄지에르(ABCA1), 무베타지단백혈증(비타민 E), 부신척수신경병증(ABCD1), MLD·크라베(말초 탈수초), 미토콘드리아(POLG, NARP), 원발성 고옥살산뇨증.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HSAN·유전성 운동신경병증·대사성 유전 신경병증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HSAN1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SPTLC1/2(세린 팔미토일전이효소)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성인 발병 원위 감각 소실·궤양·절단;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데옥시스핑고지질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독성 →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L-세린 보충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(RCT 진행) (B01 L08)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HSAN2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WNK1/HSN2, FAM134B(ER-파지)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소아 발병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HSAN3(가족성 자율신경이상증, 라일리-데이)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ELP1 스플라이싱(B02 L08)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아슈케나지 유대인; 눈물 없음, 혈압 불안정, 미각 소실, 구토 위기 → 키네틴 등 스플라이싱 교정 연구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HSAN4(선천 무통각 무한증)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NTRK1(TrkA — NGF 수용체)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통증·온도 무감각, 무한증·고열, 자해·골절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HSAN5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NGF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무통각, 지능 정상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선천 무통각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SCN9A(Nav1.7) 기능소실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통증만 무감각(후각 소실 동반) — Nav1.7 진통제 개발 근거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CMT 관리와 치료 개발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 흐름: 임상·가족력 → 신경전도(탈수초 vs 축삭)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CMT1(탈수초)이면 PMP22 중복 먼저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(MLPA) → 음성이면 GJB1, MPZ → 패널/엑솜; 축삭형은 MFN2·GJB1·MPZ 우선 → 패널.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감별: 후천성 탈수초(CIDP — 비균일 전도 저하·전도 차단, 면역치료 반응;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CMT 환자에 CIDP가 겹치는 경우 존재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), 당뇨·독성(빈크리스틴은 CMT1A에서 심한 신경독성 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빈크리스틴 금기·주의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), 아밀로이드.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관리: 보조기(AFO — 족하수), 정형외과 수술(요족 교정), 물리·작업 치료, 통증·피로 관리, 독성 약물 회피(빈크리스틴, 고용량 메트로니다졸, 탈리도마이드 등 신경독성 약물 목록), 체중 관리, 호흡(일부 성대·횡격막 침범).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개발: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CMT 관리와 치료 개발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유전자 침묵(CMT1A PMP22 ASO/siRNA), 유전자 보충(CMT4C SH3TC2 AAV, CMT1X GJB1 AAV — 척수강 내 슈반세포 표적), CMT2A MFN2 동역학 조절(마이토퓨신 작용제 — 동물), SORD(고비소르스타트), HDAC6 억제(축삭 수송 회복 — 동물).</a:t>
            </a:r>
          </a:p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임상시험 결과 지표 확립(CMTNS, CMT-FOM, MRI 근육 지방 분율 — 민감한 생체표지).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말초 신경 슈반세포를 표적하는 AAV 캡시드와 척수강 내 투여 경로가 탈수초 CMT 유전자 치료의 핵심 과제로 연구되고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장판독·RNA 시퀀싱으로 CMT의 미진단 사례(약 30–40%)에서 구조변이·심부 인트론 변이가 발견되고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신경병증 진단의 혈액 생체표지(NfL — 축삭 손상, 소르비톨 — SORD)가 질병 진행 모니터링에 도입되고 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CMT는 가장 흔한 유전성 신경병증이며 정중신경 운동 전도 속도 38 m/s를 기준으로 탈수초형(CMT1)과 축삭형(CMT2)으로 나눈다.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PMP22 중복은 CMT1A, 결실은 HNPP를 일으키는 용량 민감 질환이다.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MPZ·GJB1(간극 연접)·MFN2(미토콘드리아 융합)·aaRS·SORD(폴리올) 등은 서로 다른 생물학적 범주의 CMT 유전자이다.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HSAN(SPTLC1 — L-세린, NTRK1, SCN9A)과 hATTR(안정제·siRNA·ASO·CRISPR)는 기전 기반 치료가 가능한 유전 신경병증이다.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CMT 관리는 보조기·재활·신경독성 약물(빈크리스틴) 회피가 핵심이며 유전자 침묵·보충 치료가 개발 중이다.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백혈병 치료를 위해 빈크리스틴을 처음 투여받은 소아가 급격한 사지 근력 저하를 보였다. 가족 중 요족·발 근육 위축이 있다. 의심 진단과 교훈은?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진단되지 않은 CMT1A(PMP22 중복) 가능성이 크다. CMT 환자, 특히 CMT1A는 빈크리스틴(미세소관 억제 — 축삭 수송 장애)에 극도로 민감해 중증 급성 신경병증이 생긴다. 빈크리스틴 투여 전 신경병증 가족력·요족을 확인하고, CMT가 의심되면 신경전도·유전 검사를 시행해 약물을 조정해야 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다리를 꼬고 앉아 있다가 족하수가 생기고 수주에 걸쳐 회복되는 일이 반복된다. 신경전도에서 압박 부위 전도 차단과 전반적 경도 탈수초 소견이 있다. 진단은?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유전성 압박 마비 경향 신경병증(HNPP; PMP22 결실). PMP22 반수부족으로 수초가 압박에 취약해 무통성 재발성 압박 신경병증이 생기며, 신경 생검에서 소시지 모양 수초 비후(토마큘라)가 보인다. 압박 자세·반복 동작 회피를 교육하고 MLPA로 결실을 확인한다.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hATTR 다발신경병증에서 TTR 안정제와 TTR 침묵제의 작용 차이는?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안정제(타파미디스, 디플루니살, 아코라미디스)는 TTR 사량체의 티록신 결합 부위에 결합해 사량체 해리(응집의 속도결정 단계)를 막는다. 침묵제(siRNA 파티시란·부트리시란, ASO 이노테르센·에플론테르센)는 간에서 TTR mRNA를 분해해 변이·야생형 TTR 생산 자체를 80–90% 줄인다. 체내 CRISPR 편집은 TTR 유전자를 영구적으로 불활성화한다.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CMTX1(GJB1) 환자가 고지대 여행 후 일시적 구음장애와 편마비를 보였다가 회복했다. MRI에서 대칭성 백질 확산 제한이 있었다.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코넥신 32는 말초 슈반세포뿐 아니라 중추 올리고덴드로사이트에도 발현되어 간극 연접을 통한 이온·대사물 이동을 담당한다. 저산소·발열·과호흡 등 대사 스트레스 시 올리고덴드로사이트–성상세포 간 칼륨·수분 완충이 실패해 일과성 세포독성 부종(확산 제한 백질 병변)과 뇌졸중 유사 증상이 생기며 대개 수주 내 회복한다.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Pipis M, Rossor AM, Laura M, Reilly MM. Next-generation sequencing in Charcot–Marie–Tooth disease: opportunities and challenges. Nat Rev Neurol 2019;15:644–656.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Reilly MM, Murphy SM, Laurá M. Charcot-Marie-Tooth disease. J Peripher Nerv Syst 2011;16:1–14.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Cortese A et al. Biallelic mutations in SORD cause a common and potentially treatable hereditary neuropathy. Nat Genet 2020;52:473–481.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B06-L03  ·  유전성 신경병증: 샤르코-마리-투스와 관련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Adams D et al. Patisiran, an RNAi therapeutic, for hereditary transthyretin amyloidosis. N Engl J Med 2018;379:11–21.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Fridman V et al. Randomized trial of L-serine in patients with hereditary sensory and autonomic neuropathy type 1. Neurology 2019;92:e359–e370.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