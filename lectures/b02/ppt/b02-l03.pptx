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세포자멸사는 염증 없이 세포를 제거하는 프로그램된 세포사이다. 형태: 세포 수축, 염색질 응축(핵농축), 핵 단편화, 세포막 기포 형성, 자멸소체; PS 외엽 노출 → 대식세포 탐식(efferocytosis).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세포자멸사는 염증 없이 세포를 제거하는 프로그램된 세포사이다. 형태: 세포 수축, 염색질 응축(핵농축), 핵 단편화, 세포막 기포 형성, 자멸소체; PS 외엽 노출 → 대식세포 탐식(efferocytosis).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자가포식은 세포질 구성물을 이중막 자가포식소체(autophagosome)로 감싸 리소좀으로 보내 분해하는 재활용 체계이다.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HPV E7이 Rb를 결합·분해해 E2F가 상시 활성화된다. Rb는 정상적으로 p16(CDKN2A) 발현을 음성 되먹임으로 억제하는데, Rb 기능이 소실되면 이 되먹임이 사라져 p16이 과발현된다. 따라서 p16은 HPV 관련 종양의 대리 지표가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CLL 세포는 생존을 BCL-2에 크게 의존한다('BCL-2 의존 프라이밍'). BH3 모방제가 BCL-2를 억제하면 격리되어 있던 BIM 등이 풀려 BAX/BAK가 즉시 활성화되어 수 시간 내 대량 세포자멸이 일어난다. 따라서 5주에 걸친 점진적 용량 증량과 수액·요산 저하제 예방이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파네트 세포의 분비과립 이상으로 항균 펩타이드(디펜신) 분비가 저하된다. (2) 세포 내 세균에 대한 제노파지가 약해져 세균 제거가 줄고 NOD2 신호와의 상호작용이 손상되어 염증성 사이토카인(IL-1β)이 과다 생성된다. 카스페이스-3에 의한 ATG16L1 분해 감수성 증가가 기전이다.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세포자멸사는 카스페이스-3/7이 집행하고 막이 유지된 채 자멸소체로 포장되어 탐식되므로 비염증성이다. 파이롭토시스는 인플라마좀 → 카스페이스-1(또는 4/5/11)이 가스더민 D를 절단해 N말단 단편이 막 구멍을 만들어 세포가 부풀어 터지고 IL-1β·IL-18과 DAMP가 방출되어 강한 염증을 일으킨다.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세포생물학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세포주기, 세포사멸과 자가포식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Cell Cycle, Cell Death and Autophagy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B02-L03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세포주기 단계와 사이클린–CDK–CKI 조절, Rb–E2F 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G1/S, G2/M, 방추체 점검점과 p53의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내인성·외인성 세포자멸사 경로(BCL-2 계열, 카스페이스)와 BH3 모방제를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괴사성 세포사(괴사, 네크롭토시스, 파이롭토시스, 페로토시스)를 비교한다.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자가포식의 분자기전과 질환(신경퇴행, 감염, 암)과의 관계를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세포주기의 구조와 엔진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점검점과 p53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세포자멸사(apoptosis)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조절된 괴사성 세포사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자가포식(autophagy)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노화와 조직 항상성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세포주기의 구조와 엔진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단계: G1(성장, 제한점 R) → S(DNA 복제) → G2 → M(전기–전중기–중기–후기–말기 + 세포질분열). G0는 휴지 상태(신경세포, 간세포 일부, 기억 림프구).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CDK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(사이클린 의존성 키나아제)는 일정량 존재하고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사이클린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주기적으로 합성·분해되어 활성을 정한다.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CDK 억제제(CKI)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INK4 계열(p16INK4a, p15 — CDK4/6 특이), CIP/KIP 계열(p21CIP1, p27KIP1, p57 — 광범위).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Rb–E2F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저인산화 Rb는 E2F에 결합해 S기 유전자(사이클린 E, DNA 중합효소, TS, DHFR)를 억제. CDK4/6·CDK2가 Rb를 인산화하면 E2F가 풀려 S기 진입 → '제한점' 통과(이후 성장인자 비의존).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세포주기의 구조와 엔진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유비퀴틴 리가아제: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SCF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(G1/S; p27·사이클린 E 분해),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APC/C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(후기 진입; 세큐린·사이클린 B 분해 → 분리효소가 코헤신 절단).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세포주기의 구조와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사이클린–CDK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기질/역할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초기–중기 G1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사이클린 D–CDK4/6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성장인자 의존(Ras–MAPK가 사이클린 D 유도); Rb 1차 인산화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G1/S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사이클린 E–CDK2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Rb 과인산화, 복제 기점 발화 준비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사이클린 A–CDK2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복제 개시·재복제 방지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G2/M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사이클린 A·B–CDK1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핵막 붕괴(라민 인산화), 염색체 응축, 방추체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세포주기의 구조와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30353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CDK4/6 억제제(팔보시클립, 리보시클립, 아베마시클립) + 내분비요법은 HR⁺/HER2⁻ 진행성 유방암의 표준이다. Rb가 없는 종양(RB1 결손)에서는 효과가 없다. CDKN2A(p16) 결실은 흑색종·췌장암·교모세포종에서 흔하며, 생식세포 변이는 가족성 흑색종-췌장암 증후군을 일으킨다. HPV E7은 Rb를, E6는 p53을 불활성화해 자궁경부암을 유발하며 p16 과발현이 HPV 관련 종양의 대리 지표가 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점검점과 p53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DNA 손상 점검점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이중가닥 절단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ATM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(MRN 복합체) → CHK2; 단일가닥·복제 스트레스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ATR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–ATRIP → CHK1. CHK1/2가 CDC25 포스파타아제 억제 → CDK 비활성 → 주기 정지.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p53('유전체의 수호자')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평상시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MDM2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(E3 리가아제)에 의해 빠르게 분해. 손상 시 ATM/CHK2가 p53 인산화 → MDM2 결합 해리 → 안정화 → 표적 유전자 전사: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CDKN1A(p21) → G1 정지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GADD45, DNA 수선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BAX, PUMA, NOXA → 세포자멸사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노화(senescence) 유도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점검점과 p53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방추체 조립 점검점(SAC)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키네토코어에 미부착 염색체 → MAD2·BUBR1이 CDC20 격리 → APC/C 억제 → 후기 지연. 실패 시 이수성(aneuploidy).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암의 약 50%가 TP53 변이를 가진다. 변이 p53을 재접힘시키는 약물(APR-246 엡레네타펨드, Y220C 재활성화제 레조타펜)과 MDM2 억제제(p53 야생형 종양)가 연구되고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점검점과 p53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리-프라우메니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TP53 생식세포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육종, 유방암(조기), 뇌종양, 부신피질암, 백혈병 — 전신 MRI 감시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모세혈관확장성 운동실조증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ATM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소뇌 운동실조, 안구피부 모세혈관확장, 면역결핍, 방사선 과민, 림프종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니메헨 파손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NBN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소두증, 면역결핍, 림프종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블룸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BLM 헬리케이스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자매염색분체 교환↑, 저신장, 광과민, 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세포자멸사(apoptosis)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내인성(미토콘드리아) 경로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DNA 손상, 성장인자 결핍, ER 스트레스 → BH3-only 단백질(BIM, PUMA, NOXA, BID, BAD) 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BAX/BAK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올리고머화 → 미토콘드리아 외막 투과(MOMP)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사이토크롬 c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방출 → APAF-1·카스페이스-9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아포토좀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카스페이스-3/7.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항자멸 단백질: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BCL-2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BCL-XL, MCL-1이 BAX/BAK와 BH3-only 단백질을 격리.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SMAC/DIABLO는 IAP(XIAP) 억제를 해제.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외인성(사멸수용체) 경로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FasL–Fas, TNF–TNFR1, TRAIL–DR4/5 → FADD → 카스페이스-8 (DISC) → 카스페이스-3 직접 활성, 또는 BID 절단(tBID)으로 내인성 증폭.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세포자멸사(apoptosis)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집행 카스페이스: 카스페이스-3/6/7이 ICAD 절단(→ CAD가 뉴클레오솜 사이 DNA 절단: 180 bp 사다리), 라민·PARP 절단.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세포자멸사(apoptosis)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질환/약물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여포성 림프종 t(14;18)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IGH–BCL2 전위 → BCL-2 과발현 → 자멸 저항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베네토클락스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BH3 모방 BCL-2 선택 억제 → CLL, AML(+ 아자시티딘); 종양용해증후군 주의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자가면역 림프증식 증후군(ALPS)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 변이 → 이중음성 T세포 증가, 림프절병증, 자가면역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신경퇴행·허혈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과도한 자멸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조절된 괴사성 세포사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형태학·결과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의학적 맥락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우발적 괴사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 고갈, 막 파열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부종, 내용물 유출(DAMP) → 염증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허혈 경색(응고괴사), 화상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네크롭토시스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RIPK1 → RIPK3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MLKL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인산화·막 구멍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카스페이스-8 억제 시 대체 경로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바이러스 방어, 허혈-재관류, 염증성 장질환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파이롭토시스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인플라마좀(NLRP3, NLRC4, AIM2) → 카스페이스-1 (비정형: 카스페이스-4/5/11 ← LPS)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가스더민 D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절단 → 막 구멍, IL-1β·IL-18 방출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패혈증, 통풍, 자가염증질환(CAPS: NLRP3)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페로토시스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 의존 지질 과산화; GPX4·FSP1·시스틴(xCT, SLC7A11) 방어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축소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신경퇴행, 신손상, 암 치료 표적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NETosis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PAD4 히스톤 시트룰린화 → 호중구 세포외 덫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병원체 포획, 혈전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혈전증, 루푸스, COVID-19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큐프로토시스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구리가 지질화된 TCA 효소(DLAT) 응집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윌슨병, 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조절된 괴사성 세포사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크리오피린 연관 주기성 증후군(CAPS)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NLRP3 기능획득 변이로 추위 유발 두드러기 유사 발진, 발열, 감각신경성 난청, 아밀로이드증을 일으키며 IL-1 차단제(아나킨라, 카나키누맙, 릴로나셉트)에 극적으로 반응한다.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자가포식(autophagy)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개시: 영양 결핍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mTORC1 억제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AMPK 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ULK1 복합체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활성 → VPS34(PI3K III)–Beclin-1 복합체 → PI3P 생성.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확장: ATG12–ATG5–ATG16L1 접합,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LC3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(ATG8)-I → PE 결합 LC3-II(자가포식소체 표지).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화물 선택: 수용체 p62/SQSTM1, NBR1, OPTN, NDP52가 유비퀴틴화 화물과 LC3를 연결(선택적 자가포식).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융합·분해: 리소좀 융합(STX17–SNAP29–VAMP8) → 자가리소좀.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선택적 형태: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미토파지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(PINK1–Parkin; 손상 미토콘드리아의 막전위 소실 → PINK1 외막 축적 → Parkin 유비퀴틴화), 제노파지(세균), 어그리파지(단백 응집체), 리포파지(지방구), ER-파지.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자가포식(autophagy)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연관 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유전자/기전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조기발병 파킨슨병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PINK1, PRKN (미토파지 결함)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ALS/FTD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C9orf72, OPTN, TBK1, SQSTM1, UBQLN2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크론병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ATG16L1 T300A, IRGM → 파네트 세포 이상, 세균 제거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정적 뇌병증(BPAN)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WDR45 (WIPI4) — 뇌 철 축적 신경퇴행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다논병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LAMP2 — 심근병증, 근병증, 지적장애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결핵균이 자가포식소체 성숙을 억제; 비타민 D가 자가포식 유도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자가포식(autophagy)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암에서 자가포식은 양면적이다: 초기에는 손상 소기관 제거로 종양을 억제하지만(BECN1 단일대립 결실), 진행 종양은 영양 결핍을 견디는 데 자가포식을 이용한다(KRAS 췌장암 → 하이드록시클로로퀸 병용 시험).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 노화와 조직 항상성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노화(senescence)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비가역적 주기 정지(p16–Rb, p53–p21), SA-β-gal 양성,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노화 연관 분비 표현형(SASP)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(IL-6, IL-8, MMP).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원인: 텔로미어 단축(복제 노화), 종양유전자 유도(OIS; 양성 모반의 BRAF), DNA 손상, 산화 스트레스.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이중성: 종양 억제·상처 치유 vs 만성 염증·조직 노화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세놀리틱스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(다사티닙 + 퀘르세틴, 나비토클락스) 연구(B04 L09).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조직 항상성: 증식(줄기세포) – 분화 – 세포사의 균형. 위축·비대·증식·화생은 적응 반응이다.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세포사의 '가소성': 하나의 자극이 상황에 따라 자멸·네크롭토시스·파이롭토시스로 전환되는 PANoptosis 개념과 카스페이스-8의 중심 스위치 역할이 연구되고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가스더민 계열(GSDMB, GSDME)이 항암 면역과 화학요법 부작용(GSDME → 장점막 파이롭토시스)에 관여한다는 것이 밝혀졌다.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GPX4 억제·시스틴 고갈로 페로토시스를 유도해 치료 저항성 '지속 세포(persister)'를 제거하는 전략, 페로토시스 억제제(리프록스타틴)로 장기 손상을 막는 전략이 병행 개발 중이다.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자가포식 측정은 LC3-II '플럭스'(리소좀 억제제 존재/부재 비교)로 해야 하며, 단일 시점 LC3-II 증가만으로 '자가포식 증가'라 해석하는 오류가 흔하다.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세포주기는 사이클린–CDK가 구동하고 CKI가 제동하며, Rb 인산화가 G1/S 제한점을 연다.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ATM/ATR–CHK–p53 점검점이 DNA 손상 시 주기를 멈추고 수선 또는 자멸을 결정한다.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세포자멸사는 BCL-2 계열이 MOMP를 조절하는 내인성 경로와 사멸수용체 외인성 경로로 카스페이스를 활성화한다.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네크롭토시스(MLKL), 파이롭토시스(가스더민 D), 페로토시스(GPX4)는 염증성·조절된 괴사이다.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자가포식(mTORC1–ULK1–LC3)은 단백질·소기관 품질 관리를 담당하며 파킨슨병·크론병·암과 연결된다.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HPV 양성 구인두암에서 p16 면역염색이 강하게 양성인 이유를 분자적으로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HPV E7이 Rb를 결합·분해해 E2F가 상시 활성화된다. Rb는 정상적으로 p16(CDKN2A) 발현을 음성 되먹임으로 억제하는데, Rb 기능이 소실되면 이 되먹임이 사라져 p16이 과발현된다. 따라서 p16은 HPV 관련 종양의 대리 지표가 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베네토클락스 투여 초기 종양용해증후군 위험이 높은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CLL 세포는 생존을 BCL-2에 크게 의존한다('BCL-2 의존 프라이밍'). BH3 모방제가 BCL-2를 억제하면 격리되어 있던 BIM 등이 풀려 BAX/BAK가 즉시 활성화되어 수 시간 내 대량 세포자멸이 일어난다. 따라서 5주에 걸친 점진적 용량 증량과 수액·요산 저하제 예방이 필요하다.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크론병 위험 변이 ATG16L1 T300A가 장 염증을 유발하는 기전 가설을 두 가지 제시하라.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파네트 세포의 분비과립 이상으로 항균 펩타이드(디펜신) 분비가 저하된다. (2) 세포 내 세균에 대한 제노파지가 약해져 세균 제거가 줄고 NOD2 신호와의 상호작용이 손상되어 염증성 사이토카인(IL-1β)이 과다 생성된다. 카스페이스-3에 의한 ATG16L1 분해 감수성 증가가 기전이다.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파이롭토시스와 세포자멸사의 차이를 분자 집행자와 염증 결과 측면에서 비교하라.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세포자멸사는 카스페이스-3/7이 집행하고 막이 유지된 채 자멸소체로 포장되어 탐식되므로 비염증성이다. 파이롭토시스는 인플라마좀 → 카스페이스-1(또는 4/5/11)이 가스더민 D를 절단해 N말단 단편이 막 구멍을 만들어 세포가 부풀어 터지고 IL-1β·IL-18과 DAMP가 방출되어 강한 염증을 일으킨다.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Morgan DO. The Cell Cycle: Principles of Control. New Science Press, 2007.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Galluzzi L et al. Molecular mechanisms of cell death: recommendations of the NCCD 2018. Cell Death Differ 2018;25:486–541.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Levine B, Kroemer G. Biological functions of autophagy genes: a disease perspective. Cell 2019;176:11–42.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B02-L03  ·  세포주기, 세포사멸과 자가포식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Roberts AW et al. Targeting BCL2 with venetoclax in relapsed chronic lymphocytic leukemia. N Engl J Med 2016;374:311–322.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Stockwell BR. Ferroptosis turns 10: emerging mechanisms, physiological functions, and therapeutic applications. Cell 2022;185:2401–2421.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