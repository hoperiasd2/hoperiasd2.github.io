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병변이 하나의 혈관 영역에 맞지 않고 후두·두정·측두 피질을 따라 분포하며, 확산 제한이 주로 피질에 국한되고 수일–수주에 걸쳐 확장·이동한 뒤 소실된다. 급성기 관류 영상에서 허혈보다 고관류를 보이는 경우가 많고 MRS에서 젖산 피크가 나타난다. 혈관 영상은 대개 정상이다.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바이오틴과 고용량 티아민(바이오틴-티아민 반응성 기저핵병 — SLC19A3), 코엔자임 Q10(CoQ10 결핍), 리보플라빈(수송체 결함)을 투여할 수 있다. 이들은 부작용이 거의 없고 조기 투여 시 신경학적 회복이 가능하므로 유전 결과를 기다리지 않고 시작한다. PDH 결핍이 의심되면 케톤생성식이를 고려한다.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FXN 인트론 GAA 확장으로 프라탁신 발현이 감소하는데, 프라탁신은 미토콘드리아 Fe–S 클러스터 생합성에 필요하므로 결핍 시 복합체 I–III·아코니타아제 기능 저하, 미토콘드리아 철 축적, 산화 스트레스가 생긴다. 오마벨록솔렌은 KEAP1을 억제해 NRF2를 활성화하고 항산화·미토콘드리아 기능 유전자를 상향해 신경 기능 저하를 늦춘다.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유산소 운동은 PGC-1α를 통해 미토콘드리아 생합성과 산화 능력을 높이고, 저항 운동은 정상 mtDNA 비율이 높은 위성세포를 근섬유로 융합시켜 이형세포질성을 개선할 수 있다는 가설이 있다. 연구에서 운동은 안전하며 운동 능력·근력·피로를 개선했다. 단 급격한 고강도 운동·탈수·공복은 피한다.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B05 신경질환과 대사학  ·  유전대사 신경질환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미토콘드리아 뇌근병증의 신경학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Neurology of Mitochondrial Encephalomyopathies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B05-L11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질환이 신경계를 침범하는 패턴(피질, 기저핵, 뇌간, 소뇌, 시신경, 말초신경, 근육)을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MELAS 뇌졸중 유사 발작의 병태생리(혈관 vs 신경 대사)와 아르기닌 치료 근거를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리 증후군의 영상·생화학 특징과 치료 가능한 원인을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뇌전증, 운동실조, 근병증의 특징과 관리를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신경학적 진단 흐름과 금기 약물·마취 고려를 적용한다.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신경계 침범 패턴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MELAS와 뇌졸중 유사 발작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리 증후군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뇌전증·운동실조·근병증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 흐름과 금기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신경계 침범 패턴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신경계·근육이 침범되는 이유: 높은 ATP 요구, 신경세포의 비분열(변이 mtDNA가 희석되지 않음), 신경세포의 산화적 인산화 의존(B05 L01).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신경계 침범 패턴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대뇌 피질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뇌졸중 유사 발작, 편두통, 피질맹, 인지 저하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MELAS, POLG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기저핵·뇌간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퇴행, 호흡 이상, 근긴장이상, 안구운동 장애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 증후군, NARP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운동실조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MERRF, POLG(SANDO), KSS, 코엔자임 Q10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시신경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아급성 시력 소실, 시신경 위축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LHON, OPA1(우성 시신경 위축)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외안근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안검하수·외안근마비(복시 드묾)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CPEO, KSS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말초신경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축삭성 신경병증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POLG, NARP, MNGIE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골격근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근력저하, 운동 불내성, 횡문근융해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대부분; TK2 근병증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청각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감각신경성 난청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MIDD(m.3243A&gt;G), 아미노글리코사이드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신경계 침범 패턴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백질뇌병증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MNGIE, KSS, 미토 aaRS 결손(DARS2 LBSL)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MELAS와 뇌졸중 유사 발작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m.3243A&gt;G(MT-TL1 tRNALeu(UUR)): tRNA 타우린 수식 결함 → UUG 코돈 번역 장애 → 복합체 I·IV 결핍.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뇌졸중 유사 발작(SLE)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40세 이전, 두통·구토·발작 동반, 후두·두정·측두 피질 우세,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혈관 분포에 맞지 않는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병변, 확산 제한이 피질에 국한·이동하며 수주에 걸쳐 확장·소실, 원위 피질 위축으로 남음.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병태생리 가설: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혈관 가설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혈관 평활근·내피 미토콘드리아 결함(SDH 강염색 혈관 — 근생검),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NO 결핍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(아르기닌·시트룰린 저하, ADMA 증가) → 미세혈관 확장 장애.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신경대사·뇌전증 가설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피질 신경세포 에너지 실패 → 과흥분 → 발작 활동이 에너지 수요를 폭증시켜 '대사성 경색' 확대(발작이 SLE를 유발·확대; 발작 조절이 핵심).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MELAS와 뇌졸중 유사 발작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두 가설은 상호 보완적: 영상에서 급성기 고관류(허혈 아님)가 흔함.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L-아르기닌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(NO 전구체): 급성 SLE에 정주 0.5 g/kg(일본 승인), 예방적 경구 투여 → 발작 빈도·중증도 감소 보고(대조 시험 제한적);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시트룰린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(아르기닌으로 더 효율적 전환).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타우린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(고용량): tRNA 타우린 수식 결함 보완 → 일본 3상에서 SLE 재발 감소(2019 승인).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급성기 관리: 발작 적극 조절(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발프로산 회피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), 젖산 감시, 수액(포도당 포함), 발열·탈수 교정.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 증후군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아급성 괴사성 뇌척수병증: 영아·소아 퇴행(대개 2세 이전, 감염 후 계단식 악화), 근긴장저하→경직, 근긴장이상, 안구운동 장애(안진·외안근마비), 연하·호흡 장애(중추성 무호흡), 시신경 위축, 젖산산증.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MRI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양측 대칭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기저핵(특히 피각)·뇌간(수도관 주위·덮개)·시상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T2 고신호, 급성기 확산 제한; MRS 젖산 피크.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유전: 110개 이상 유전자 — 핵(SURF1 — 복합체 IV 조립, 가장 흔한 핵 원인 중 하나; NDUFS 등 복합체 I; PDHA1; SLC19A3; ECHS1·HIBCH — 발린 분해 결함) 또는 mtDNA(MT-ATP6 m.8993T&gt;G/C 고비율, MT-ND 유전자).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 가능한 리 유사 원인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 증후군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예후: 대부분 진행성·조기 사망(호흡부전), 일부 안정; 지지 치료(영양, 호흡, 경련).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 증후군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바이오틴-티아민 반응성 기저핵병(SLC19A3)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바이오틴 + 고용량 티아민 — 조기 시 회복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PDH 결핍(PDHA1)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케톤생성식이, 티아민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코엔자임 Q10 생합성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고용량 CoQ10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ECHS1/HIBCH(발린 분해 → 독성 메타크릴릴-CoA)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저발린 식이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비오티니다아제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비오틴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SLC25A19(미토콘드리아 TPP 수송)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티아민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리보플라빈 수송체 결함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리보플라빈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미토콘드리아 뇌전증·운동실조·근병증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뇌전증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근간대 뇌전증(MERRF — 진행성 근간대 뇌전증 감별), 국소 운동 지속상태(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지속 부분 간질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POLG, MELAS), 후두엽 발작(POLG), 영아연축(복합체 I). 치료: 레비티라세탐·라코사마이드·클로나제팜, 케톤생성식이(일부);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발프로산 금기(POLG), 주의(기타)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; 비가바트린·카르바마제핀 근간대 악화 가능.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POLG 스펙트럼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알퍼스-후텐로허(영아 난치성 뇌전증 + 간부전), MCHS, MEMSA(근간대 뇌전증·근병증·감각 운동실조), SANDO(감각 실조성 신경병증·구음장애·안근마비), arPEO; 가장 흔한 핵 미토콘드리아 질환 유전자 중 하나.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미토콘드리아 뇌전증·운동실조·근병증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운동실조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소뇌형 vs 감각형(후근신경절 — POLG); 프리드라이히 운동실조(FXN GAA 확장 → 프라탁신 결핍 → 미토콘드리아 Fe–S 클러스터 결손·철 축적; 심근병증·당뇨 동반)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오마벨록솔렌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(NRF2 활성화; 2023 승인, B06 L02).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근병증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운동 불내성, 근력 저하, 피로, 운동 시 과도한 젖산·심박 반응(운동 부하 검사), CK 정상~경도↑, 근생검 RRF·COX 음성 섬유·SDH 강염색 혈관. 운동 훈련(유산소·저항)이 안전하고 효과적(미토콘드리아 생합성·위성세포를 통한 정상 mtDNA 비율 증가 가설).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TK2 결핍 근병증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mtDNA 고갈·결실 → 영아 급속형~성인 근위부 근병증·호흡부전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뉴클레오사이드 치료(독세시틴·독스리브티민)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생존·운동 기능 개선(2025 승인 진행).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미토콘드리아 뇌전증·운동실조·근병증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MNGIE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(TYMP — 티미딘 포스포릴라아제): 티미딘·데옥시우리딘 축적 → mtDNA 결손 →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위장관 운동 장애(가성 장폐쇄)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·악액질·안검하수·말초신경병증·백질뇌병증 → 동종 HSCT, 간이식, 효소 대체(적혈구 캡슐화 TP).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진단 흐름과 금기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신경학적 단서 → 혈장·CSF 젖산·피루브산(CSF 젖산은 뇌 국한 질환에서 혈장보다 민감), 혈장 아미노산(알라닌↑), 아실카르니틴, 소변 유기산, GDF-15·FGF21 → MRI·MRS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유전체 우선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(혈액 mtDNA + 핵 엑솜/유전체; 필요 시 소변·근육 mtDNA) → 근생검·효소(필요 시).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다장기 선별: 심장(전도·심근병증), 내분비(당뇨, 성장), 청력, 안과, 신장, 간, 위장관.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금기·주의 약물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발프로산(POLG 금기), 아미노글리코사이드(m.1555A&gt;G), 장기 프로포폴(대사산증), 린졸리드·테트라사이클린·클로람페니콜 장기, 메트포르민(젖산), 고용량 스타틴(근병증), 일부 NRTI(지도부딘 등 — mtDNA 중합효소 γ 억제).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진단 흐름과 금기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마취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금식 최소화·포도당 함유 수액, 젖산 함유 링거 회피(논쟁), 체온 유지, 휘발성 마취제 감수성 증가 가능, 악성고열 위험은 일반적으로 증가하지 않음.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 상담: mtDNA 변이의 재발 위험 예측 어려움(병목), PGT·미토콘드리아 대체요법(B03 L06).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질환 생체표지 GDF-15는 진단뿐 아니라 근육 대사 스트레스의 치료 반응 지표로 쓰일 가능성이 연구되고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저산소 요법(Leigh 마우스 생존 연장), 엘라미프레타이드(카디오리핀 안정화 — 원발 미토 근병증 3상 MMPOWER-3 음성, 바스 증후군 승인), 소네피프로닐·KH176(산화환원 조절제) 등이 시험되었다.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mtDNA 염기편집·이형세포질성 이동 기술의 전임상 성공이 신경계 전달 문제(AAV 미토콘드리아 표적화) 해결을 기다리고 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질환은 피질·기저핵·뇌간·소뇌·시신경·말초신경·근육 등 에너지 요구가 높은 신경계를 다양한 패턴으로 침범한다.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MELAS 뇌졸중 유사 발작은 혈관 NO 결핍과 신경 대사·발작 기전이 함께 작용하며 아르기닌·시트룰린·타우린이 사용된다.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리 증후군은 대칭성 기저핵·뇌간 병변을 보이며 SLC19A3·PDH·CoQ10·ECHS1 등 치료 가능한 원인을 반드시 찾는다.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POLG 스펙트럼, 프리드라이히 운동실조(오마벨록솔렌), TK2 근병증(뉴클레오사이드), MNGIE(HSCT)는 특이 진단·치료를 가진다.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유전체 우선 진단, 다장기 선별, 발프로산 등 금기 약물과 마취 시 대사 위기 예방이 관리의 핵심이다.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MELAS 환자의 뇌졸중 유사 병변이 일반 뇌경색과 다른 영상 특징은?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병변이 하나의 혈관 영역에 맞지 않고 후두·두정·측두 피질을 따라 분포하며, 확산 제한이 주로 피질에 국한되고 수일–수주에 걸쳐 확장·이동한 뒤 소실된다. 급성기 관류 영상에서 허혈보다 고관류를 보이는 경우가 많고 MRS에서 젖산 피크가 나타난다. 혈관 영상은 대개 정상이다.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양측 대칭 피각·뇌간 병변으로 리 증후군이 의심되는 소아에게 진단 전 경험적으로 투여할 수 있는 치료는?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바이오틴과 고용량 티아민(바이오틴-티아민 반응성 기저핵병 — SLC19A3), 코엔자임 Q10(CoQ10 결핍), 리보플라빈(수송체 결함)을 투여할 수 있다. 이들은 부작용이 거의 없고 조기 투여 시 신경학적 회복이 가능하므로 유전 결과를 기다리지 않고 시작한다. PDH 결핍이 의심되면 케톤생성식이를 고려한다.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프리드라이히 운동실조가 핵 유전자 질환인데도 미토콘드리아 질환으로 분류되는 이유와 오마벨록솔렌의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FXN 인트론 GAA 확장으로 프라탁신 발현이 감소하는데, 프라탁신은 미토콘드리아 Fe–S 클러스터 생합성에 필요하므로 결핍 시 복합체 I–III·아코니타아제 기능 저하, 미토콘드리아 철 축적, 산화 스트레스가 생긴다. 오마벨록솔렌은 KEAP1을 억제해 NRF2를 활성화하고 항산화·미토콘드리아 기능 유전자를 상향해 신경 기능 저하를 늦춘다.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 근병증 환자에게 운동을 권장하는 근거는?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유산소 운동은 PGC-1α를 통해 미토콘드리아 생합성과 산화 능력을 높이고, 저항 운동은 정상 mtDNA 비율이 높은 위성세포를 근섬유로 융합시켜 이형세포질성을 개선할 수 있다는 가설이 있다. 연구에서 운동은 안전하며 운동 능력·근력·피로를 개선했다. 단 급격한 고강도 운동·탈수·공복은 피한다.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Gorman GS et al. Mitochondrial diseases. Nat Rev Dis Primers 2016;2:16080.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El-Hattab AW et al. MELAS syndrome: clinical manifestations, pathogenesis, and treatment options. Mol Genet Metab 2015;116:4–12.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Ohsawa Y et al. Taurine supplementation for prevention of stroke-like episodes in MELAS: a multicentre, open-label, phase III trial. J Neurol Neurosurg Psychiatry 2019;90:529–536.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B05-L11  ·  미토콘드리아 뇌근병증의 신경학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Lake NJ et al. Leigh syndrome: one disorder, more than 75 monogenic causes. Ann Neurol 2016;79:190–203.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Lynch DR et al. Safety and efficacy of omaveloxolone in Friedreich ataxia (MOXIe). Ann Neurol 2021;89:212–225.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Rahman S, Copeland WC. POLG-related disorders and their neurological manifestations. Nat Rev Neurol 2019;15:40–52.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