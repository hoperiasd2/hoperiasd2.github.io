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티아민 결핍 상태에서 포도당이 들어오면 해당으로 생긴 피루브산이 TPP 의존 PDH를 통과하지 못해 젖산이 쌓이고, 남은 소량의 TPP가 빠르게 소모되어 베르니케 뇌병증이 유발·악화될 수 있기 때문이다. 저혈당이 심하면 포도당을 미루지 말고 티아민을 동시에 투여한다.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마그네슘. 티아민을 활성형 TPP로 바꾸는 티아민 피로포스포키나아제와 TPP 의존 효소들이 Mg²⁺를 필요로 하므로 저마그네슘혈증이 있으면 티아민 투여만으로 회복되지 않는다. 알코올 사용장애·이뇨제·설사 환자에서 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수술 후 섭취·흡수 감소와 구토로 인한 베르니케 뇌병증을 의심한다. 치료 전 전혈 TPP를 채혈하되 결과를 기다리지 않고 고용량 정주 티아민(500 mg 1일 3회)과 마그네슘을 즉시 투여하며, MRI로 대칭성 시상·유두체 병변을 확인하고 구토 원인(문합부 협착 등)과 다른 미량영양소 결핍을 평가한다.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유두체와 시상전핵·배내측핵의 손상으로 해마–유두체–시상전핵–대상회로 이어지는 파페즈 회로와 시상–전전두 연결이 끊어져 새로운 일화 기억의 형성·인출과 기억 출처 감시가 실패한다. 전전두 감시 기능 저하가 기억 공백을 그럴듯한 내용으로 채우는 작화증을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대사성 뇌병증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베르니케-코르사코프 증후군과 티아민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Wernicke–Korsakoff Syndrome and Thiamine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B05-L09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티아민의 흡수·저장·활성화와 뇌 대사에서의 보조효소 역할을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티아민 결핍이 특정 뇌 부위(유두체, 시상, 수도관 주위)를 선택적으로 손상하는 기전을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베르니케 뇌병증의 임상(고전 3징의 한계, Caine 기준)과 위험군을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진단(임상 우선, MRI, 혈중 TPP)과 치료(고용량 정주 티아민, 마그네슘)를 적용한다.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코르사코프 증후군의 기억 회로 손상과 예후, 기타 티아민 결핍 신경질환을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티아민의 생화학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선택적 뇌 손상의 기전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임상과 위험군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진단과 치료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코르사코프 증후군과 기타 결핍 질환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티아민의 생화학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흡수: 공장에서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THTR1/2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(SLC19A2/3) 능동 수송(저농도) + 수동 확산(고농도) 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알코올이 THTR을 억제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하고 간 저장·활성화를 저해.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체내 저장 30 mg 남짓, 반감기 짧음(9–18일)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결핍이 2–3주 내 발생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가능.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활성화: 티아민 → (티아민 피로포스포키나아제,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Mg²⁺ 필요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티아민 피로인산(TPP)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미토콘드리아 수송체(SLC25A19).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TPP 의존 효소(B01 L03, L04, L10):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피루브산 탈수소효소(PDH)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— 해당과 TCA 연결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α-케토글루타르산 탈수소효소(α-KGDH)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— TCA 속도 조절 단계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트랜스케톨라아제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— 오탄당인산경로(NADPH·리보스)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티아민의 생화학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BCKDH — BCAA 분해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2-하이드록시아실-CoA 분해효소 — 퍼옥시좀 α-산화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결핍 → 포도당 산화 실패 → ATP↓,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 축적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글루탐산 증가(α-KGDH 차단으로 글루탐산 → α-KG 흐름 저하 + 성상세포 EAAT 감소), 산화 스트레스(NADPH↓), 신경전달물질(아세틸콜린·GABA) 합성 저하.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선택적 뇌 손상의 기전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손상 부위: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유두체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(가장 특징적),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내측 시상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(배내측·전핵),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수도관 주위 회백질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제3·4뇌실 주변, 시상하부, 소뇌 충부, 동안신경·외전신경핵, 전정핵, 하올리브.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취약성 가설: 높은 포도당 산화율·티아민 회전율, 세포외 글루탐산 축적 → 흥분독성, 성상세포 기능 장애(GLAST·GLT-1 감소) → 세포독성 부종, BBB 손상(혈관 주위 출혈 — 급성기 점상출혈), 젖산 산증 국소화.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병리: 대칭성 괴사·탈수초·혈관 증식·점상출혈, 만성기 유두체 위축(MRI·부검).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 단독 투여가 위험한 이유: 포도당 대사가 남은 TPP를 빠르게 소모하고 PDH 차단 상태에서 젖산·산증을 악화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 전에 또는 동시에 티아민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임상과 위험군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고전 3징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안구운동 이상(안진 — 가장 흔함, 외전신경 마비, 공동 주시 마비), 운동실조(체간 우세), 정신 상태 변화(혼동, 무감동, 주의력 저하).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3징 모두는 약 10–20%에서만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부검 연구상 생전 진단은 20% 미만(과소진단).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Caine 기준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(알코올 사용장애 환자): 다음 중 2개 이상 — (1) 영양 결핍, (2) 안구운동 이상, (3) 소뇌 기능 장애, (4) 정신 상태 변화 또는 경도 기억 장애 → 민감도 85%.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비전형: 저체온·저혈압(시상하부), 혼수, 청력 소실, 발작, 시신경 부종.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임상과 위험군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알코올 사용장애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섭취 부족 + 흡수·저장·활성화 저하 + Mg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비만대사수술 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구토·흡수 감소(수술 후 수주–수개월)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임신오조, 반복 구토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섭취·소실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신경성 식욕부진, 기아, 재급식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탄수화물 재공급 시 급격한 소모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암·항암치료(5-FU, 이포스파마이드), 장기 TPN(티아민 미첨가)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투석, 이뇨제(푸로세미드 소변 소실)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중환자(패혈증), AIDS, 갑상선항진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요구↑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영아(티아민 결핍 분유 — 이스라엘 2003 사건)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임상과 위험군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SLC19A3 바이오틴-티아민 반응성 기저핵병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수송 결함 (치료 가능; B03 L06)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진단과 치료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진단은 임상적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의심되면 검사 결과를 기다리지 않고 즉시 치료.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전혈 TPP(치료 전 채혈; 정상이어도 배제 불가), 적혈구 트랜스케톨라아제 활성(TPP 효과 &gt;25% 결핍), 젖산.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MRI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FLAIR/T2·DWI에서 내측 시상·유두체·수도관 주위·사구판 대칭 고신호, 유두체 조영 증강(알코올성에서 흔함); 비알코올성은 피질·뇌신경핵 침범이 더 흔함. 민감도 ~53%, 특이도 ~93%.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감별: 기저 동맥 끝 증후군, 변형 크로이츠펠트-야콥병, 리 증후군, 메트로니다졸 뇌병증.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(EFNS·영국 RCP 권고):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진단과 치료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정주 티아민 고용량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500 mg 하루 3회 × 2–3일 → 250 mg/일 × 3–5일 → 경구 유지(100 mg/일); 예방 목적 위험군은 250 mg/일 정주·근주 3–5일.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경구 흡수는 제한적(포화 수송) → 급성기 정주.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마그네슘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보충(티아민 피로포스포키나아제 보조인자 — 저마그네슘 시 티아민 무반응).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다른 B군·영양 보충, 재급식 증후군 예방.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아나필락시스는 매우 드묾(정주 시 소생 장비 준비).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반응: 안구운동 이상은 수 시간–수일 내 빠르게 호전, 운동실조는 부분적, 기억 장애는 지속 가능.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코르사코프 증후군과 기타 결핍 질환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코르사코프 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베르니케 뇌병증 생존자의 약 80%에서 발생(치료 지연·반복 결핍)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전향성 기억상실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(새 기억 형성 불가) + 역행성 기억상실(시간 기울기),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작화증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(confabulation), 무감동; 다른 인지·의식은 비교적 보존.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회로: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유두체–시상전핵(유두체시상로) — 파페즈 회로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배내측 시상–전전두 연결 손상.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예후: 약 25% 상당 회복, 50% 부분, 25% 지속 장애 → 장기 요양 필요 흔함; 금주·영양이 핵심.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각기병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(B04 L14): 건성(대칭 감각운동 다발신경병증, 작열족) / 습성(고박출 심부전 — 말초 혈관확장·젖산) / 쇼신 각기병(급성 심혈관 허탈·젖산산증 — 정주 티아민에 극적 반응).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코르사코프 증후군과 기타 결핍 질환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티아민 반응성 질환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MSUD 일부, PDH 결핍 일부, 티아민 반응성 거대적모구빈혈(SLC19A2 로저스 증후군 — 당뇨·난청 동반), 바이오틴-티아민 반응성 기저핵병(SLC19A3 — 급성 뇌병증·근긴장이상, 조기 치료로 회복).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알코올 관련 기타 신경 질환: 알코올성 소뇌 변성(충부 — 보행 실조), 마르키아파바-비냐미병(뇌량 탈수초), 중심 교뇌 수초용해(저나트륨 급속 교정), 펠라그라 뇌병증(나이아신), 간성뇌병증(B05 L08), 알코올성 신경병증.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고용량 정주 티아민의 최적 용량에 대한 RCT 근거가 부족하며, 비알코올성 위험군(중환자, 비만대사수술, 심부전 — 이뇨제)의 예방적 보충 전략이 연구되고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티아민 유사체(벤포티아민 — 지용성 전구체)가 AD 2상에서 인지 저하 완화 신호를 보여(뇌 포도당 대사 개선 가설) 3상이 계획되었다.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패혈성 쇼크에서 티아민 ± 비타민 C·하이드로코르티손(VICTAS, ACTS 등) 시험은 대부분 음성이었으나 티아민 결핍 하위군 효과는 논쟁 중이다.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티아민은 THTR로 흡수되어 Mg²⁺ 의존적으로 TPP가 되며 PDH·α-KGDH·트랜스케톨라아제의 보조효소이다.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결핍은 포도당 산화 실패·젖산·글루탐산 흥분독성·산화 스트레스로 유두체·내측 시상·수도관 주위를 선택적으로 손상한다.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고전 3징은 소수에서만 나타나므로 Caine 기준과 위험군(알코올, 비만수술, 구토, 재급식) 기반의 높은 의심이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진단은 임상적이며 고용량 정주 티아민(포도당 전)과 마그네슘 보충으로 즉시 치료한다.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지연 시 파페즈 회로 손상에 의한 코르사코프 기억상실·작화증이 남는다.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응급실의 알코올 사용장애 환자에게 포도당 수액을 티아민보다 먼저 주면 안 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티아민 결핍 상태에서 포도당이 들어오면 해당으로 생긴 피루브산이 TPP 의존 PDH를 통과하지 못해 젖산이 쌓이고, 남은 소량의 TPP가 빠르게 소모되어 베르니케 뇌병증이 유발·악화될 수 있기 때문이다. 저혈당이 심하면 포도당을 미루지 말고 티아민을 동시에 투여한다.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고용량 정주 티아민에도 반응하지 않는 베르니케 의심 환자에서 확인해야 할 전해질은?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마그네슘. 티아민을 활성형 TPP로 바꾸는 티아민 피로포스포키나아제와 TPP 의존 효소들이 Mg²⁺를 필요로 하므로 저마그네슘혈증이 있으면 티아민 투여만으로 회복되지 않는다. 알코올 사용장애·이뇨제·설사 환자에서 흔하다.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비만대사수술 6주 후 반복 구토 환자가 안진과 보행 실조를 보인다. 진단적 접근과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수술 후 섭취·흡수 감소와 구토로 인한 베르니케 뇌병증을 의심한다. 치료 전 전혈 TPP를 채혈하되 결과를 기다리지 않고 고용량 정주 티아민(500 mg 1일 3회)과 마그네슘을 즉시 투여하며, MRI로 대칭성 시상·유두체 병변을 확인하고 구토 원인(문합부 협착 등)과 다른 미량영양소 결핍을 평가한다.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코르사코프 증후군에서 작화증과 전향성 기억상실이 생기는 해부학적 기반은?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유두체와 시상전핵·배내측핵의 손상으로 해마–유두체–시상전핵–대상회로 이어지는 파페즈 회로와 시상–전전두 연결이 끊어져 새로운 일화 기억의 형성·인출과 기억 출처 감시가 실패한다. 전전두 감시 기능 저하가 기억 공백을 그럴듯한 내용으로 채우는 작화증을 만든다.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Sechi G, Serra A. Wernicke's encephalopathy: new clinical settings and recent advances in diagnosis and management. Lancet Neurol 2007;6:442–455.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Galvin R et al. EFNS guidelines for diagnosis, therapy and prevention of Wernicke encephalopathy. Eur J Neurol 2010;17:1408–1418.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Caine D et al. Operational criteria for the classification of chronic alcoholics: identification of Wernicke's encephalopathy. J Neurol Neurosurg Psychiatry 1997;62:51–60.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B05-L09  ·  베르니케-코르사코프 증후군과 티아민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Kopelman MD et al. The Korsakoff syndrome: clinical aspects, psychology and treatment. Alcohol Alcohol 2009;44:148–154.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Gibson GE et al. Benfotiamine and cognitive decline in Alzheimer's disease: results of a randomized placebo-controlled phase IIa trial. J Alzheimers Dis 2020;78:989–1010.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