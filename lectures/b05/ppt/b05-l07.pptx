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첫 손상 후 이온 불균형 회복을 위한 과해당 뒤에 수일–수주의 저대사·미토콘드리아 기능 저하 시기가 오고, 뇌혈류 자동조절도 손상되어 있다. 이 시기에 두 번째 충격이 오면 에너지 공급 여유가 없어 이온 항상성이 붕괴하고 자동조절 소실로 뇌혈류가 급증해 급격한 뇌부종(2차 충격 증후군)이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산소 공급은 충분하나 세포가 산소를 이용하지 못하는 비허혈성 대사 위기, 즉 미토콘드리아 기능부전을 시사한다. 허혈성 대사 위기라면 PbtO₂가 낮고 피루브산이 감소한다. 따라서 CPP를 올리는 것보다 원인(발작, 확산 탈분극, 저혈당 등)을 찾고 대사 지원을 고려한다.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손상된 성상세포(GFAP)와 신경세포(UCH-L1)에서 방출된 단백이 손상 후 수 시간 내 혈중에 나타나며, 두 지표가 모두 기준 이하이면 CT에서 두개내 병변이 있을 가능성이 매우 낮다(음성 예측도 &gt;99%). 이를 이용해 경도 TBI 환자의 불필요한 CT 촬영과 방사선 노출을 줄일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과환기로 PaCO₂를 낮추면 뇌혈관이 수축해 뇌혈액량과 ICP가 빠르게 감소하지만, 동시에 뇌혈류가 줄어 이미 대사 위기에 있는 손상 뇌에 허혈을 유발할 수 있다. 따라서 뇌탈출 임박 시 일시적 구조 조치로만 사용하고 PaCO₂ 35–45의 정상 탄산을 유지한다.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B05 신경질환과 대사학  ·  발작·급성 뇌손상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외상성 뇌손상의 대사 위기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Metabolic Crisis in Traumatic Brain Injury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B05-L07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외상성 뇌손상(TBI)의 1차·2차 손상과 '신경대사 연쇄반응'을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손상 직후 과해당·이후 저대사, 미토콘드리아 기능장애, 젖산의 역할을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미세투석·뇌조직 산소·두개내압 감시 기반 대사 관리 원칙을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축삭 손상, 타우·염증과 만성 외상성 뇌병증(CTE)을 연결한다.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TBI 바이오마커(GFAP, UCH-L1, NfL)와 뇌진탕 관리를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1차·2차 손상과 신경대사 연쇄반응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 대사의 이상과 젖산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신경중환자 감시와 대사 관리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축삭 손상, 타우, 만성 외상성 뇌병증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바이오마커와 뇌진탕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1차·2차 손상과 신경대사 연쇄반응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1차 손상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충격 순간의 기계적 손상 — 타박, 혈종(경막외·경막하·뇌내),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미만성 축삭 손상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(회전 가속 → 백질·뇌량·뇌간 축삭 신장).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2차 손상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(수 분–수 주; 치료 표적): 저산소·저혈압(사망률 2배 — 단 한 번의 저혈압도 해로움), 두개내압 상승, 흥분독성, 대사 위기, 염증, 부종, 발작, 발열, 고·저혈당.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신경대사 연쇄반응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(Giza &amp; Hovda):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충격 → 무차별 이온 유출(K⁺ 유출, Na⁺·Ca²⁺ 유입) +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대량 글루탐산 방출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이온 기울기 회복을 위해 Na⁺/K⁺-ATPase 과활성 →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과해당(hyperglycolysis)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손상 후 수 분–수 시간 포도당 소비 급증.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동시에 뇌혈류 감소(혈관 반응성 저하) →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공급-수요 불일치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1차·2차 손상과 신경대사 연쇄반응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이후 수일–수 주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저대사(hypometabolism)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기간 — 미토콘드리아 Ca²⁺ 축적·산화 손상으로 산화 대사 저하, 이 '취약 창'에 2차 충격 시 손상 증폭(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2차 충격 증후군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— 젊은 운동선수 치명적 뇌부종).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Mg²⁺ 감소(NMDA 차단 해제), 축삭 수송 장애, 신경전달 변화(콜린성 저하).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 대사의 이상과 젖산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기능장애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Ca²⁺ 과부하, mPTP 개방, 산화적 인산화 감소, 사이클로필린 D 의존 — 뇌조직 산소가 충분해도 산소 이용이 떨어지는 '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기능부전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'(비허혈성 젖산 증가).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젖산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과거: 허혈 표지·독성 산물.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현재: 손상 뇌가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젖산을 연료로 소비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한다는 증거(¹³C-젖산 미세투석, 정맥 고장성 젖산 투여 시 뇌 포도당 절약·ICP 감소 — 소규모 연구).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젖산/피루브산 비(LPR)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&gt;25–40은 대사 위기 — 허혈성(저산소·피루브산↓) vs 비허혈성(미토콘드리아 기능부전·피루브산 정상) 감별.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 대사의 이상과 젖산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 수요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뇌 미세투석 포도당 &lt;0.8 mmol/L + LPR &gt;40 = '대사 위기' → 사망·불량 예후와 연관. 집중 인슐린(혈당 80–110)은 뇌 포도당을 떨어뜨려 대사 위기를 증가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혈당 110–180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유지.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PPP 증가(산화 스트레스 대응), 케톤 이용 능력(소아 &gt; 성인; 케톤 보충 연구), 크레아틴(소아 TBI 소규모 연구).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신경중환자 감시와 대사 관리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두개내압(ICP)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목표 &lt;22 mmHg(BTF 4판),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뇌관류압(CPP = MAP − ICP)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60–70 mmHg.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다중 모달 감시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뇌조직 산소(PbtO₂ &gt;20 mmHg; BOOST-3 시험), 뇌 미세투석(포도당·젖산·피루브산·글루탐산·글리세롤 — 막 분해 지표), 연속 EEG(비경련성 발작·확산 탈분극 검출), 경정맥 산소포화도.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단계적 ICP 치료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머리 30°, 진정·진통, 정상 탄산(PaCO₂ 35–45; 과환기는 혈관 수축 → 허혈 → 짧게만),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고장성 식염수/만니톨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(삼투), 뇌실 배액, 신경근 차단, 바르비투르산 혼수(대사 억제), 감압 개두술(RESCUEicp — 사망 감소, 중증 장애 생존 증가) → 각 단계의 위험·이득 평가.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트라넥삼산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(CRASH-3): 경도·중등도 TBI에서 3시간 내 투여 시 두부 손상 관련 사망 감소.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신경중환자 감시와 대사 관리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스테로이드 금기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(CRASH: 사망 증가), 치료적 저체온 이득 없음(POLAR, Eurotherm — 해로움 가능).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영양: 조기 장관 영양(5–7일 내 목표 열량; 과대사·이화 상태), 혈당 관리, 전해질(SIADH vs 뇌염분소실 vs 요붕증 감별 — B03 L07).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발작 예방: 레비티라세탐/페니토인 7일(조기 외상 후 발작 감소; 장기 뇌전증 예방 효과는 없음).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축삭 손상, 타우, 만성 외상성 뇌병증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미만성 축삭 손상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축삭 세포골격(미세소관) 파손 → 수송 중단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β-APP 축적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(축삭 팽대; 병리 표지) → 이차 축삭 절단·월러 변성. 영상: 감수성 강조 MRI 미세출혈, 확산텐서영상(DTI) FA 감소.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 중증 TBI 후 수년 뒤 Aβ·타우 병리 증가, 치매 위험 1.5–2배(B05 L01 위험인자).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만성 외상성 뇌병증(CTE)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반복 경미 두부 충격(미식축구, 복싱, 축구 헤딩, 군 폭발) → 피질 고랑 깊은 곳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혈관 주위 p-tau 신경세포·성상세포 응집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(병리 진단 기준 NINDS 2015/2021), TDP-43 동반. 크라이오-EM에서 CTE 타우 섬유는 AD와 다른 고유 접힘(소수성 공동에 비단백 밀도 — Falcon et al., Nature 2019).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축삭 손상, 타우, 만성 외상성 뇌병증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임상: 기분·행동(충동성, 우울, 자살), 인지 저하, 파킨슨증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외상성 뇌병증 증후군(TES)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임상 기준(2021); 생전 확진 바이오마커 없음(타우 PET 개발 중).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노출 기간·누적 충격 수가 위험을 결정(용량-반응), 유전 수정인자(APOE4, TMEM106B).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바이오마커와 뇌진탕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뇌진탕(경도 TBI)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구조 영상 정상의 기능적 장애; 두통, 어지럼, 인지·수면·정서 증상.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관리: 즉시 경기 중단(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'의심되면 빼라'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), 24–48시간 상대적 휴식 후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점진적 활동 재개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(완전한 장기 휴식보다 조기 경도 유산소 활동이 회복 빠름), 단계적 복귀(학업 → 운동), 지속 증상(약 15–30%)은 다학제 재활(전정·시각·경부·심리).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2차 충격 위험이 있는 회복 전 복귀 금지(소아·청소년 특히).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바이오마커와 뇌진탕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바이오마커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GFAP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성상세포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경도 TBI에서 CT 병변 예측 →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GFAP + UCH-L1 혈액 검사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(FDA 승인 2018, 전혈 POC 2024)로 불필요한 CT 감소(높은 음성 예측도)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UCH-L1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신경세포 체부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조기 상승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NfL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수일–수주 상승 지속, 예후·회복 추적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S100B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성상세포(유럽 지침 사용)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비특이(뼈·지방·외상)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타우(총, p-tau), 시냅스 단백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TBI 후 '림프(glymphatic) 배출' 저하(AQP4 극성 소실)가 타우 축적과 만성 신경퇴행의 연결고리로 제안된다(B08 L02).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 지원 치료(외인성 젖산, 케톤 에스터, 피루브산, 사이클로스포린 mPTP 억제 — CHIC 시험)와 혈액 바이오마커 기반 층화 시험이 진행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국제 대규모 코호트(CENTER-TBI, TRACK-TBI)는 TBI를 '사건'이 아닌 '만성 질환'으로 재정의하고 개인별 예후 모델을 개발하고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TBI는 1차 기계적 손상과 저산소·저혈압·흥분독성·대사 위기·염증 등 예방 가능한 2차 손상으로 구성된다.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손상 직후 과해당과 혈류 감소의 불일치, 이후 저대사 취약 창이 나타나며 이 시기의 2차 충격이 위험하다.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미세투석 LPR·포도당과 PbtO₂로 대사 위기를 감지하며 젖산은 손상 뇌의 연료가 될 수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ICP·CPP 목표의 단계적 치료와 트라넥삼산이 근거 있는 개입이며, 스테로이드·저체온·집중 인슐린은 이득이 없다.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미만성 축삭 손상과 반복 충격은 타우 병리·CTE로 이어지며 GFAP/UCH-L1 혈액 검사가 경도 TBI의 CT 선별에 쓰인다.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뇌진탕 후 1주일 내 두 번째 경미한 충격만으로 치명적 뇌부종이 생길 수 있는 생화학적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첫 손상 후 이온 불균형 회복을 위한 과해당 뒤에 수일–수주의 저대사·미토콘드리아 기능 저하 시기가 오고, 뇌혈류 자동조절도 손상되어 있다. 이 시기에 두 번째 충격이 오면 에너지 공급 여유가 없어 이온 항상성이 붕괴하고 자동조절 소실로 뇌혈류가 급증해 급격한 뇌부종(2차 충격 증후군)이 생긴다.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TBI 환자의 미세투석에서 PbtO₂는 정상인데 LPR이 45로 높고 피루브산이 정상이다. 해석은?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산소 공급은 충분하나 세포가 산소를 이용하지 못하는 비허혈성 대사 위기, 즉 미토콘드리아 기능부전을 시사한다. 허혈성 대사 위기라면 PbtO₂가 낮고 피루브산이 감소한다. 따라서 CPP를 올리는 것보다 원인(발작, 확산 탈분극, 저혈당 등)을 찾고 대사 지원을 고려한다.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경도 두부 외상 환자에서 GFAP와 UCH-L1 혈액 검사를 사용하는 근거는?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손상된 성상세포(GFAP)와 신경세포(UCH-L1)에서 방출된 단백이 손상 후 수 시간 내 혈중에 나타나며, 두 지표가 모두 기준 이하이면 CT에서 두개내 병변이 있을 가능성이 매우 낮다(음성 예측도 &gt;99%). 이를 이용해 경도 TBI 환자의 불필요한 CT 촬영과 방사선 노출을 줄일 수 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중증 TBI에서 과환기를 장기간 사용하지 않는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과환기로 PaCO₂를 낮추면 뇌혈관이 수축해 뇌혈액량과 ICP가 빠르게 감소하지만, 동시에 뇌혈류가 줄어 이미 대사 위기에 있는 손상 뇌에 허혈을 유발할 수 있다. 따라서 뇌탈출 임박 시 일시적 구조 조치로만 사용하고 PaCO₂ 35–45의 정상 탄산을 유지한다.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Giza CC, Hovda DA. The new neurometabolic cascade of concussion. Neurosurgery 2014;75(Suppl 4):S24–S33.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Maas AIR et al. Traumatic brain injury: progress and challenges in prevention, clinical care, and research. Lancet Neurol 2022;21:1004–1060.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Carney N et al. Guidelines for the management of severe traumatic brain injury, 4th edition. Neurosurgery 2017;80:6–15.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B05-L07  ·  외상성 뇌손상의 대사 위기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CRASH-3 trial collaborators. Effects of tranexamic acid on death, disability, vascular occlusive events and other morbidities in patients with acute traumatic brain injury. Lancet 2019;394:1713–1723.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McKee AC et al. Chronic traumatic encephalopathy (CTE): criteria for neuropathological diagnosis. Acta Neuropathol 2023;145:371–394.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