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모체 고혈당이 태반을 통해 태아 고혈당을 일으키고, 태아 췌장은 β세포 증식·인슐린 과분비로 반응한다(태아 고인슐린혈증). 출생으로 모체 포도당 공급이 갑자기 끊겨도 고인슐린 상태가 지속되어 간 글리코겐 분해·포도당신생이 억제되므로 저혈당이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저관류·저산소 태반이 가용성 VEGF 수용체 sFlt-1을 과다 분비하고, sFlt-1은 순환 PlGF와 VEGF를 격리해 PlGF가 감소한다. 그 결과 내피 기능장애가 생긴다. sFlt-1/PlGF ≤38은 1주 내 자간전증 발생을 높은 음성 예측도로 배제하고, 높은 비는 단기 발생 위험을 시사해 감시·분만 시기 결정에 쓰인다.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신경관은 수정 후 3–4주(임신 인지 전)에 폐쇄되며, 이 시기 급속한 세포 증식에 필요한 퓨린·티미딜산 합성과 SAM 기반 메틸화가 엽산 일탄소 대사에 의존한다. 엽산이 부족하거나 MTHFR 등 대사 효율이 낮으면 신경관 폐쇄가 실패할 수 있어, 임신 계획 단계부터 보충해야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와파린은 소분자로 태반을 통과해 태아의 비타민 K 의존 단백(오스테오칼신 등) 감마카복실화를 저해하여 6–12주 노출 시 와파린 배아병증(비강 형성부전, 점상 골단)과 태아 출혈을 일으킨다. 헤파린은 크고 음전하가 강해 태반을 통과하지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B04 생애주기의학과 생화학  ·  발생학과 대사학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태반·태아 대사와 발생 신호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Placental–Fetal Metabolism and Developmental Signaling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B04-L01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착상과 태반 형성, 태반의 물질 교환(확산, 수송체, 세포내섭취)을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태아의 연료(포도당, 젖산, 아미노산, 지방산)와 산소 운반(HbF) 특성을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임신의 모체 대사 적응(인슐린 저항성, 지질 변화)과 임신성 당뇨·자간전증의 생화학을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형태 형성 신호(SHH, Wnt, BMP, FGF, 레티노산)와 대사의 연결(콜레스테롤, 엽산)을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기형 유발 물질의 생화학적 기전을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태반: 교환과 내분비 기관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태아의 대사와 산소 운반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임신의 모체 대사 적응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형태 형성 신호와 대사의 접점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기형 유발 물질의 생화학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태반: 교환과 내분비 기관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융모 구조: 모체 혈액이 융모 사이 공간을 채우고,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합포체영양막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(syncytiotrophoblast; 다핵 융합층, 내인성 레트로바이러스 유래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신시틴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단백이 융합 매개)이 교환 장벽을 이룬다.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교환 기전: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단순 확산: O₂, CO₂, 지용성 약물.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촉진확산: 포도당(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GLUT1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태반 농도 기울기 의존 — 태아 혈당은 모체의 약 70–80%).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능동수송: 아미노산(시스템 A, L — 태아 농도가 모체보다 높음), Ca²⁺(PMCA), 철(트랜스페린 수용체 세포내섭취 + 페로포틴).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세포내섭취: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IgG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(FcRn; 32주 이후 급증 → 미숙아 저감마글로불린), 지단백.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태반: 교환과 내분비 기관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지방산: 리파아제·FATP·FABP; DHA 선택적 수송(MFSD2A — 뇌 발달).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내분비: hCG(황체 유지; LH 유사, TSH 교차 반응 → 임신 초기 일과성 갑상선 항진), hPL(인간 태반 락토겐 — 모체 인슐린 저항성·지방분해 유도), 프로게스테론·에스트리올(태아 부신 DHEA-S + 태반 방향족화효소 = '태아-태반 단위'), CRH(분만 시계), PlGF·sFlt-1.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태반은 모체 코르티솔을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11β-HSD2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불활성 코르티손으로 바꿔 태아를 과도한 글루코코르티코이드로부터 보호한다(감초·스트레스 시 저하 → 저출생체중 연관).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태아의 대사와 산소 운반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태아 연료: 포도당(주연료, 태반 경유),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젖산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(태반이 생성해 태아에 공급), 아미노산(단백 합성 + 산화), 케톤(모체 공복 시), 지방산(3분기 지방 축적 — 만삭아 체지방 ~15%).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태아는 자체 포도당신생이 매우 낮다(태반 공급 충분, 글루카곤 낮음·인슐린 우세). 간 글리코겐은 3분기에 급격히 축적 → 출생 직후 연료.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성장 조절: 태아 인슐린·IGF-2(각인 — 부계 발현)·IGF-1이 주된 성장인자.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성장호르몬은 태아 성장에 거의 관여하지 않는다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HbF(α₂γ₂)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2,3-BPG 결합 약함 → 산소 친화도↑(P50 ~19 vs 성인 27 mmHg) → 모체에서 산소 획득. 태아 혈액 Hb 농도도 높다.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태아의 대사와 산소 운반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이중 보어 효과: 태반에서 태아가 CO₂를 넘기면 모체 혈액은 산성화(우측 이동 → 산소 방출), 태아 혈액은 알칼리화(좌측 이동 → 산소 결합).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갑상선: 태아 갑상선은 12주부터 작동하지만 20주 이전 신경 발달은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모체 T4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 의존 → 임신 초기 모체 갑상선기능저하 치료 중요, 요오드 요구량 증가(250 µg/일).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임신의 모체 대사 적응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1단계(동화기, ~20주)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인슐린 감수성 정상~증가, 모체 지방 축적.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2단계(이화기, 후반)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hPL·프로게스테론·코르티솔·프로락틴·TNF-α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인슐린 저항성 50–60% 증가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모체는 지방산·케톤을 쓰고 포도당·아미노산을 태아로 '양보'. 공복 시 '가속 기아'(빠른 케톤 생성), 식후 고혈당 경향.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β세포 보상: 프로락틴·hPL → 5-HT 합성(TPH1)·β세포 증식·인슐린 분비 증가.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지질: 3분기 TG 2–3배, 콜레스테롤 25–50% 증가(에스트로겐 → VLDL 생산↑, LPL↓) — 생리적.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기타: 혈장량 40–50%↑(생리적 빈혈), GFR 50%↑(크레아티닌 정상 상한이 낮아짐), 호흡 알칼리증(프로게스테론), 응고인자↑·과응고(산후 출혈 대비 → 정맥혈전 위험 5배).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임신의 모체 대사 적응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생화학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관리·결과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임신성 당뇨(GDM)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β세포가 인슐린 저항성을 보상하지 못함; 태아 고혈당 → 태아 고인슐린혈증(Pedersen 가설) → 거대아, 신생아 저혈당·호흡곤란(계면활성제 지연)·다혈증·저칼슘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24–28주 75 g OGTT(IADPSG) 또는 2단계; 식이·인슐린(메트포르민 일부); 산모 향후 2형 당뇨 위험 7–10배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자간전증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나선동맥 재형성 실패 → 태반 저관류 →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sFlt-1↑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(VEGF·PlGF 격리), sEng↑ → 전신 내피 기능장애: 고혈압, 단백뇨, HELLP(용혈, 간효소↑, 혈소판↓), 경련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sFlt-1/PlGF 비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 단기 예측(≤38 배제), 고위험군 저용량 아스피린(ASPRE, 16주 전 시작), 분만이 근치; 산모 장기 심혈관 위험↑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임신 급성 지방간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태아 LCHAD 결핍 연관 (B01 L05)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응급 분만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임신성 간내 담즙정체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에스트로겐·프로게스테론 대사물의 BSEP 억제 (B03 L04)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UDCA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형태 형성 신호와 대사의 접점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신호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 연결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결손·교란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콜레스테롤 공유 결합(자가 절단 후 C말단), Smoothened 활성에 스테롤 필요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전전뇌증; SLO 증후군(DHCR7), 사이클로파민(옥수수백합 — 외눈 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레티노산(RA)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비타민 A → 레티날(RDH) → RA(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RALDH2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); CYP26이 분해해 기울기 형성 → HOX 유전자 전후축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결핍: 눈·심장·폐 기형; 과잉(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이소트레티노인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): 두개안면·심장(원뿔동맥간)·흉선·CNS 기형 — iPLEDGE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Wnt/β-카테닌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체절·축 형성, 신경관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BMP/TGF-β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등배축, 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FOP(ACVR1)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FGF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사지 성장, 연골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연골무형성증(FGFR3 GoF), 두개골 조기 유합(FGFR2 — 아페르, 크루존)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Notch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체절 시계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척추늑골이골증(DLL3)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엽산·일탄소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신경관 폐쇄 시기(수정 후 21–28일) 뉴클레오타이드·메틸화 수요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신경관 결손(이분척추, 무뇌증) — 임신 전 엽산 0.4 mg(고위험·이전 출산력 4 mg)으로 50–70% 예방; 발프로산·카르바마제핀(엽산 대사 방해)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포도당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고혈당 → 산화 스트레스·Pax3 발현 감소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당뇨 산모: 신경관 결손, 심장 기형,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꼬리 퇴행 증후군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임신 전 HbA1c &lt;6.5%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기형 유발 물질의 생화학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감수성 시기: 착상 전(0–2주; '전부 아니면 무'),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기관 형성기(3–8주; 최대 위험)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태아기(기능·성장 장애).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약물의 태반 통과: 분자량 &lt;500 Da, 지용성, 비이온화, 단백 결합 낮음 → 통과 쉬움; 헤파린(큰 분자)·인슐린은 통과하지 않음 → 임신 중 항응고는 저분자량 헤파린.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기형 유발 물질의 생화학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탈리도마이드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세레블론 결합 →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SALL4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등 전사인자 분해, 혈관신생 억제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해표지증(20–36일 노출)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발프로산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HDAC 억제, 엽산 대사 방해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신경관 결손(1–2%), 인지·자폐 위험 → 가임 여성 처방 제한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와파린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비타민 K 의존 오스테오칼신·MGP 감마카복실화 저해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비강 형성부전, 점상 골단(6–12주)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ACEi/ARB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태아 레닌-안지오텐신 차단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신발생 장애, 양수과소, 두개골 저형성(2–3분기)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알코올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레티노산 합성 경쟁(ADH/RALDH), 산화 스트레스, 신경능선 세포 자멸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태아 알코올 스펙트럼 장애(짧은 안검열, 매끈한 인중, 얇은 윗입술, 소두증, 인지 장애)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메토트렉세이트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DHFR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두개골·사지 결손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미코페놀레이트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IMPDH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외이·구개 결손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테트라사이클린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칼슘 킬레이트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치아 변색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기형 유발 물질의 생화학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아미노글리코사이드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내이 독성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난청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메티마졸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 불명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피부 무형성증 → 1분기에는 PTU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 불명(이노시톨 고갈 가설)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엡스타인 기형(위험 낮음)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고열·고혈당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단백질 변성·산화 스트레스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신경관 결손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인간 영양막 줄기세포와 태반 오가노이드(2018–2021)가 확립되어 착상·자간전증·태반 감염(지카, SARS-CoV-2)의 기전 연구가 가능해졌다.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 아틀라스로 모체-태아 접점(탈락막 NK세포–영양막 HLA-C 상호작용)의 면역 관용 기전이 밝혀졌다(Vento-Tormo et al., Nature 2018).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모체 혈장 cfRNA로 자간전증·조산을 수개월 앞서 예측하는 '분자 시계' 검사가 개발되고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태반은 수송체·세포내섭취로 물질을 교환하고 hCG·hPL·스테로이드를 분비하며 11β-HSD2로 태아를 보호한다.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태아는 포도당·젖산·아미노산을 쓰고 인슐린·IGF-2로 성장하며, HbF와 이중 보어 효과로 산소를 획득한다.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 후반의 생리적 인슐린 저항성은 태아에 영양을 양보하며, 이를 보상하지 못하면 GDM, 태반 혈관 실패는 자간전증(sFlt-1/PlGF)이 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SHH(콜레스테롤), 레티노산, 엽산은 대사와 형태 형성을 잇는 핵심 축이다.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기형 유발 물질은 기관 형성기(3–8주)에 가장 위험하며 분자 기전별로 특징적 기형을 만든다.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임신성 당뇨 산모의 신생아가 출생 후 1시간에 저혈당을 보이는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모체 고혈당이 태반을 통해 태아 고혈당을 일으키고, 태아 췌장은 β세포 증식·인슐린 과분비로 반응한다(태아 고인슐린혈증). 출생으로 모체 포도당 공급이 갑자기 끊겨도 고인슐린 상태가 지속되어 간 글리코겐 분해·포도당신생이 억제되므로 저혈당이 생긴다.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자간전증에서 sFlt-1/PlGF 비가 상승하는 이유와 임상적 활용은?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저관류·저산소 태반이 가용성 VEGF 수용체 sFlt-1을 과다 분비하고, sFlt-1은 순환 PlGF와 VEGF를 격리해 PlGF가 감소한다. 그 결과 내피 기능장애가 생긴다. sFlt-1/PlGF ≤38은 1주 내 자간전증 발생을 높은 음성 예측도로 배제하고, 높은 비는 단기 발생 위험을 시사해 감시·분만 시기 결정에 쓰인다.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 전 엽산 보충이 신경관 결손을 예방하는 생화학적 근거는?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신경관은 수정 후 3–4주(임신 인지 전)에 폐쇄되며, 이 시기 급속한 세포 증식에 필요한 퓨린·티미딜산 합성과 SAM 기반 메틸화가 엽산 일탄소 대사에 의존한다. 엽산이 부족하거나 MTHFR 등 대사 효율이 낮으면 신경관 폐쇄가 실패할 수 있어, 임신 계획 단계부터 보충해야 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임신 중 와파린 대신 저분자량 헤파린을 쓰는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와파린은 소분자로 태반을 통과해 태아의 비타민 K 의존 단백(오스테오칼신 등) 감마카복실화를 저해하여 6–12주 노출 시 와파린 배아병증(비강 형성부전, 점상 골단)과 태아 출혈을 일으킨다. 헤파린은 크고 음전하가 강해 태반을 통과하지 않는다.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Moore KL, Persaud TVN, Torchia MG. The Developing Human: Clinically Oriented Embryology, 11th ed. Elsevier, 2019.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Burton GJ, Fowden AL, Thornburg KL. Placental origins of chronic disease. Physiol Rev 2016;96:1509–1565.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Zeisler H et al. Predictive value of the sFlt-1:PlGF ratio in women with suspected preeclampsia. N Engl J Med 2016;374:13–22.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B04-L01  ·  태반·태아 대사와 발생 신호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Catalano PM. Trying to understand gestational diabetes. Diabet Med 2014;31:273–281.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Vento-Tormo R et al. Single-cell reconstruction of the early maternal–fetal interface in humans. Nature 2018;563:347–353.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