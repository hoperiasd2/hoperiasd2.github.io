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출생 시 작고 마른 아이가 2세 이후 BMI가 빠르게 증가한 경우(지연된 따라잡기 성장)였다. 태아기 프로그래밍으로 근육·β세포·네프론이 적은 상태에서 이후 과잉 영양으로 지방이 빠르게 늘어나면 대사 수요와 기관 용량의 불일치가 커져 질환 위험이 높아진다고 해석된다.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같은 유전형의 생쥐에서 모체 식이(메틸 공여체)만으로 IAP 레트로트랜스포존 메틸화가 바뀌고, 그에 따라 자손의 털색·비만·암 감수성이 달라짐을 보여 영양 환경이 후성유전을 통해 표현형을 프로그래밍한다는 인과적 증거를 제공했기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담배 연기의 다환 방향족 탄화수소가 AhR 경로를 활성화해 AHRR 메틸화가 감소하며, 이는 재현성이 매우 높아 태아기 흡연 노출의 객관적 생체표지자로 쓸 수 있다. 다만 이것이 자녀 질환의 원인 매개인지, 단순 노출 기록인지는 별개 문제이며 세포 조성 차이도 보정해야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임신부(F0)가 노출되면 태아(F1)와 태아의 생식세포(F2가 될 세포)가 동시에 직접 노출되므로 F1·F2의 효과는 세대 간(직접 노출) 효과이다. 직접 노출 없이 전달되는 초세대 효과를 입증하려면 F3(증손) 세대에서 표현형이 나타나야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발생학과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건강과 질병의 발달 기원(DOHaD)과 후성유전 프로그래밍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Developmental Origins of Health and Disease and Epigenetic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바커 가설과 '절약 표현형', 예측 적응 반응 모델을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네덜란드 기근 코호트 등 인간 근거와 동물 모델 근거를 비교한다.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 영양·글루코코르티코이드·모체 비만·당뇨가 후성유전과 장기 발생을 통해 성인 질환을 만드는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부계 영향과 세대 간 전달의 근거와 한계를 평가한다.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생애 초기 개입(모유, 조기 영양, 따라잡기 성장)의 의미를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바커 가설과 개념 모델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코호트의 근거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기관 발생 프로그래밍의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후성유전 프로그래밍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부계 영향과 세대 간 전달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생애 초기 개입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바커 가설과 개념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1980년대 Barker: 영국 지역별 영아사망률과 수십 년 후 관상동맥질환 사망률 상관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출생체중이 낮을수록 성인 고혈압·2형 당뇨·심혈관질환 위험 증가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절약 표현형(thrifty phenotype)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태아기 영양 부족 시 태아가 뇌를 우선 보호하고 췌장 β세포·신장 네프론·근육을 희생하며 대사를 '절약형'으로 맞춤 → 출생 후 풍요 환경과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불일치(mismatch)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하면 질환.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예측 적응 반응(PAR)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태아가 모체 신호로 미래 환경을 예측해 표현형을 조정한다는 진화적 해석.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U자형 관계: 저출생체중과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고출생체중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(모체 당뇨·비만 → 거대아) 모두 성인 비만·당뇨 위험 증가.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결정적 시기(critical window): 수정 전후, 배아기, 태아기, 생후 1,000일.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인간 코호트의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교란 요인: 사회경제 수준, 유전 공유(태아 인슐린 가설 — GCK 변이 등 같은 유전자가 저출생체중과 성인 당뇨를 모두 유발).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형제 비교·멘델 무작위분석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일부 인과 효과는 약화되었지만 기근 '자연 실험'은 환경 효과를 지지한다.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인간 코호트의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코호트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 기근(1944–45 '배고픈 겨울')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 시기별 하루 400–800 kcal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노출: 관상동맥질환·비만·조현병·이상지질혈증↑, IGF2 저메틸화(60년 후에도 관찰); 후기 노출: 내당능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중국 대기근(1959–61)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 고혈당·대사증후군↑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헬싱키 출생 코호트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저출생체중 + 2세 이후 빠른 BMI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관상동맥질환·당뇨 최고 위험 → '따라잡기 성장의 시기'가 중요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피마 인디언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모체 당뇨 자궁 내 노출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형제 비교에서 당뇨 노출 형제의 비만·당뇨↑ (유전 교란 통제)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모체 비만·과체중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자녀 비만·인슐린 저항성·천식·신경발달 위험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 발생 프로그래밍의 기전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네프론 형성은 36주에 종료 → 자궁내 성장지연 시 네프론 수 감소(정상 20만~200만으로 개인차 큼) → 사구체 과여과 → 고혈압·CKD(Brenner 가설).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췌장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태아 단백 결핍 → β세포량·혈관 감소, Pdx1 프로모터 점진적 메틸화(동물) → 노년 당뇨.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포도당신생 효소(PEPCK) 영구 증가, 글루코코르티코이드 수용체 발현 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근육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근섬유 수 감소, 인슐린 신호 저하.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뇌·HPA 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시상하부 섭식 회로(POMC/AgRP 투사)는 출생 전후 렙틴 서지에 의해 형성 → 영양 과잉·부족 모두 회로 이상; 해마 GR 발현 저하 → 스트레스 반응 과잉.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 발생 프로그래밍의 기전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글루코코르티코이드 가설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태반 11β-HSD2 저하·산모 스트레스·합성 스테로이드 반복 투여 → 태아 과노출 → 저출생체중 + HPA 축·혈압 프로그래밍. (산전 베타메타손 단일 코스는 이득이 크지만 반복 코스는 신중)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미토콘드리아·산화 스트레스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모계 비만·당뇨 → 난자 미토콘드리아 기능 저하 → 자손 대사 이상(동물).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후성유전 프로그래밍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발생 중 DNA 메틸화 재프로그래밍 시기(착상 전·원시생식세포)가 환경에 민감하다(B02 L05).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아구티 생쥐(Avy)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레트로트랜스포존 IAP 메틸화 정도에 따라 털색(노랑-비만 vs 갈색-마름)이 결정되며, 모체 메틸 공여체(엽산, B12, 콜린, 베타인) 보충 시 메틸화↑ → 갈색·마름 자손 증가; 비스페놀 A는 저메틸화(제니스테인이 상쇄) — 영양-후성유전 연결의 고전 모델.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모성 돌봄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(쥐 핥기·털 고르기): 새끼 해마 Nr3c1(GR) 프로모터 메틸화↓ → 스트레스 반응 완화(Weaver et al., 2004); 사람 아동학대 피해자 사후 뇌에서 NR3C1 과메틸화.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후성유전 프로그래밍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 연구: 모체 BMI·흡연(AHRR, CYP1A1 저메틸화 — 제대혈에서 흡연 노출 지표로 재현성 높음)·GDM·엽산 섭취와 제대혈 메틸화의 대규모 메타분석(PACE 컨소시엄).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메타안정 에피알릴(metastable epiallele)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수정 시기 환경(감비아 우기 vs 건기)에 따라 개인 간 메틸화가 체계적으로 달라지는 영역 → 조직 전반에 같은 패턴(초기 배아 설정의 증거).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해석의 주의: 메틸화 차이 다수는 작고(1–5%), 세포 조성·유전형(mQTL) 교란이 크며, 인과성 입증이 어렵다.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부계 영향과 세대 간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부계 비만·식이·스트레스 → 정자의 DNA 메틸화, 히스톤 잔존 영역,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소형 RNA(tsRNA, miRNA)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변화 → 자손 대사 표현형(설치류). 정자 tsRNA를 정상 수정란에 주입해 표현형 재현(Chen et al., Science 2016).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사람: 스웨덴 외베르칼릭스 — 조부의 사춘기 전 식량 풍부도와 손자 사망률 연관(관찰), 부계 연령·비만과 자녀 위험.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세대 간(intergenerational; F1–F2 직접 노출)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vs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초세대(transgenerational; F3 이상, 직접 노출 없음)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구분: 임신부 노출 시 태아(F1)와 그 생식세포(F2)가 직접 노출되므로 진정한 초세대 효과는 F3에서 입증해야 한다. 포유류 초세대 후성유전 유전의 근거는 제한적이다(생식세포 재프로그래밍).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생애 초기 개입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수정 전 건강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산모·부친 BMI·혈당·흡연·알코올·엽산·요오드 관리.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 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적정 체중 증가(IOM 지침), GDM·자간전증 관리, 흡연 중단.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모유 수유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비만·2형 당뇨 위험 소폭 감소, 감염·NEC 감소; 모유 올리고당(HMO; Bifidobacterium infantis 기질) → 장내 미생물·면역 발달.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미숙아·성장지연아 영양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신경 발달을 위한 충분한 단백·에너지 vs 과도한 따라잡기 성장의 대사 위험 → '균형 있는 성장' 목표.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생후 1,000일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미생물 획득(분만 방식, 항생제 노출)과 알레르기·대사 위험(위생 가설·'옛 친구' 가설).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생애 초기 개입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DOHaD의 공중보건적 메시지: 성인 만성질환의 상당 부분은 생애 초기에 위험이 '설정'되며, 개입 효과가 가장 큰 시기도 이때다. 동시에 개인 책임 담론을 넘어 모성 영양·빈곤 등 사회적 결정요인에 대한 정책이 필요하다.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다세대 출생 코호트(ALSPAC, 노르웨이 MoBa, 한국 엄마아이 건강 연구 MOCEH·Ko-CHENS)와 다중오믹스로 노출-후성유전-표현형 경로의 인과 분석이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후성유전 시계로 '출생 시 생물학적 나이'(gestational age acceleration)와 아동기 역경의 생물학적 흔적을 측정하려는 연구가 활발하다.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모체 GLP-1 작용제·메트포르민 노출의 장기 자녀 결과(메트포르민 노출 아동의 비만 경향 보고) 추적이 중요한 안전성 질문으로 남아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바커 가설은 태아기 성장 제한이 성인 심혈관·대사질환 위험을 높인다는 관찰에서 출발했고, 절약 표현형·불일치 모델로 설명된다.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네덜란드 기근·헬싱키 코호트는 노출 시기와 출생 후 성장 궤적이 중요함을 보였다.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 네프론, 췌장 β세포, 간 효소, 시상하부 회로, HPA 축이 프로그래밍의 표적 기관이다.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DNA 메틸화(아구티 생쥐, NR3C1, IGF2)가 기전 후보이나 인간 데이터 해석에는 교란과 인과성 한계가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부계 정자 소형 RNA 등 세대 간 전달 근거가 있으나 포유류 초세대 유전은 제한적이며, 생애 초기 개입이 예방의 핵심이다.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헬싱키 코호트에서 관상동맥질환 위험이 가장 높았던 성장 패턴과 그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출생 시 작고 마른 아이가 2세 이후 BMI가 빠르게 증가한 경우(지연된 따라잡기 성장)였다. 태아기 프로그래밍으로 근육·β세포·네프론이 적은 상태에서 이후 과잉 영양으로 지방이 빠르게 늘어나면 대사 수요와 기관 용량의 불일치가 커져 질환 위험이 높아진다고 해석된다.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아구티 생쥐 실험이 DOHaD 연구에서 중요한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같은 유전형의 생쥐에서 모체 식이(메틸 공여체)만으로 IAP 레트로트랜스포존 메틸화가 바뀌고, 그에 따라 자손의 털색·비만·암 감수성이 달라짐을 보여 영양 환경이 후성유전을 통해 표현형을 프로그래밍한다는 인과적 증거를 제공했기 때문이다.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 중 흡연한 산모의 제대혈에서 AHRR 저메틸화가 관찰된다. 이 지표의 의의와 해석상 주의점은?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담배 연기의 다환 방향족 탄화수소가 AhR 경로를 활성화해 AHRR 메틸화가 감소하며, 이는 재현성이 매우 높아 태아기 흡연 노출의 객관적 생체표지자로 쓸 수 있다. 다만 이것이 자녀 질환의 원인 매개인지, 단순 노출 기록인지는 별개 문제이며 세포 조성 차이도 보정해야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'세대 간' 효과와 '초세대' 효과를 구분하고, 임신부 기근 노출 사례에서 진정한 초세대 효과를 입증하려면 몇 세대를 봐야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임신부(F0)가 노출되면 태아(F1)와 태아의 생식세포(F2가 될 세포)가 동시에 직접 노출되므로 F1·F2의 효과는 세대 간(직접 노출) 효과이다. 직접 노출 없이 전달되는 초세대 효과를 입증하려면 F3(증손) 세대에서 표현형이 나타나야 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Barker DJ. The origins of the developmental origins theory. J Intern Med 2007;261:412–417.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Hanson MA, Gluckman PD. Early developmental conditioning of later health and disease: physiology or pathophysiology? Physiol Rev 2014;94:1027–1076.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Heijmans BT et al. Persistent epigenetic differences associated with prenatal exposure to famine in humans. PNAS 2008;105:17046–17049.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B04-L02  ·  건강과 질병의 발달 기원(DOHaD)과 후성유전 프로그래밍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Waterland RA, Jirtle RL. Transposable elements: targets for early nutritional effects on epigenetic gene regulation. Mol Cell Biol 2003;23:5293–5300.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Chen Q et al. Sperm tsRNAs contribute to intergenerational inheritance of an acquired metabolic disorder. Science 2016;351:397–400.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