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NfL은 어떤 원인이든 축삭이 손상되면 상승하므로 특정 질환을 진단하지는 못하지만, 손상의 '양'과 '속도'를 정량한다. 따라서 ALS·MS·FTD에서 진행 속도와 예후를 예측하고, 치료가 신경 손상을 줄였는지 평가하며, 증상 전 보인자의 발병 전환을 포착하는 데 쓰인다. 해석 시 나이·신기능·체중을 보정해야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기존 면역분석은 항체로 단백질의 '양'을 측정하지만, 종자 증폭 분석은 환자 검체에 포함된 병적 응집체가 정상 단백을 자신과 같은 구조로 전환시키는 '활성'을 증폭해 검출한다. 즉 구조적·기능적 병리를 직접 포착하므로 극미량에서도 높은 특이도를 보이며 전구기 진단이 가능하다.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그 지표가 질환의 인과 경로 위에 있고, 여러 독립 연구에서 임상 결과와 일관되게 상관하며, 치료의 임상적 이득이 그 지표 변화로 매개됨이 보여야 한다. 단순히 치료로 변한다는 것만으로는 부족하며, 과거 여러 질환에서 '지표는 좋아졌지만 환자는 나아지지 않은' 실패 사례가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아직 증상이 없고 평생 발병하지 않을 수도 있는 사람에게 부작용과 비용이 큰 치료를 적용하는 것이 정당한가 — 침투도와 위험·이득의 불확실성 문제. (2) '전임상 질환' 표지를 받은 사람의 낙인, 보험·고용 차별, 알지 않을 권리, 결과 전달과 심리적 영향 문제이다. 이 때문에 상담 체계와 장기 추적이 필수적이다.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B08 신경면역학과 신경퇴행질환  ·  신경면역의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신경퇴행·신경면역 질환의 바이오마커와 치료 전망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Biomarkers and Therapeutic Outlook in Neurodegeneration and Neuroimmunology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B08-L12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바이오마커의 분류(진단·예후·약력학·대리 지표)와 검증 요건을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체액 바이오마커(NfL, GFAP, p-tau217, SAA, 신경세포 유래 세포외소포)를 정리한다.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영상·전기생리 바이오마커의 역할을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 전 치료·정밀 신경학의 설계 원칙을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면역·유전자 치료의 공통 과제(전달, 안전성, 비용, 형평성)를 평가한다.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바이오마커의 분류와 검증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체액 바이오마커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영상·전기생리 바이오마커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 전 치료와 정밀 신경학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기술의 공통 과제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바이오마커의 분류와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대리 지표 인정 요건: 병태생리와의 인과적 연결, 여러 시험에서 임상 결과와의 일관된 상관, 치료 효과의 매개 입증 → 대부분의 신경 바이오마커는 아직 '합리적으로 가능성 있는' 수준.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분석적 검증(정밀도·정확도·안정성·간섭)과 임상적 검증(민감도·특이도·결정 역치)이 모두 필요하며, 플랫폼 간 표준화(국제 참조 물질)가 과제이다.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바이오마커의 분류와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 유무 판별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AQP4 항체, CSF RT-QuIC, 아밀로이드 PET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경과 예측(치료와 무관)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혈청 NfL, MS의 병변 부담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예측(predictive)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특정 치료 반응 예측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APOE4(ARIA 위험), JCV 항체, MGMT 메틸화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약력학/반응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치료가 표적에 작용했는지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 SOD1(토퍼센), CSF 타우(타우 ASO), 아밀로이드 PET 변화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대리 지표(surrogate)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결과를 대체할 수 있는 지표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아밀로이드 제거(가속 승인), 혈장 NfL(SOD1-ALS)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부작용 감시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ARIA MRI, 림프구 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체액 바이오마커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기술: 초민감 면역분석(Simoa), 질량분석 기반 정량(p-tau217 표준), 종자 증폭 분석(SAA/RT-QuIC) 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종자 증폭은 '구조'를 검출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한다는 점에서 질적으로 다른 세대의 검사.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체액 바이오마커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NfL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(혈청·CSF)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축삭 손상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 비특이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ALS 진단 보조·진행 예측·치료 반응, MS 질환 활성, FTD 전환, TBI, 항암 신경독성; 신기능·체중 보정 필요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GFAP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(혈장)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성상세포 활성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TBI 선별(UCH-L1 병용), AD 조기, MS 진행형, NMOSD 발작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p-tau217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(혈장)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아밀로이드 병리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 선별·치료 적격성 (B08 L07)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Aβ42/40, p-tau181/231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α-시누클레인 SAA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시누클레인병증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PD·DLB 생물학적 진단, 전구기 (B08 L08)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 RT-QuIC(PrP)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프리온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(B08 L10)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자가항체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항원 특이 진단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AQP4, MOG, NMDAR 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 올리고클론 밴드·IgG 지수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중추 면역글로불린 합성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체액 바이오마커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키티나아제(CHI3L1, CHIT1)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교세포 염증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ALS, MS 진행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sTREM2, YKL-40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미세아교세포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 연구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신경세포 유래 세포외소포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 특이 단백 접근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연구 단계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 RNA·전사체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영상·전기생리 바이오마커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분자 영상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아밀로이드 PET(피츠버그 화합물 계열),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타우 PET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(플로르타우시피르 — 3R/4R 선택성 한계), DAT 스캔,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TSPO PET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(미세아교세포 — 유전형 의존·특이도 한계), 시냅스 밀도(SV2A — ¹¹C-UCB-J; B07 L02), 시누클레인 PET(개발 중 — 최대 난제).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구조·기능 MRI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위축률(해마·전체 뇌), 병변 부담·중심 정맥 징후·상자성 테두리(MS), 확산(미세구조), 기능 연결성, 7T 고해상도.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망막 영상: OCT 신경섬유층·망막 두께(MS 시신경염 후, 퇴행성 질환 — '뇌의 창'; B07 L06).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전기생리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EEG 스펙트럼(레트·안젤만의 델타 파워), 사건 관련 전위, 경두개 자기자극 지표(ALS 피질 과흥분), 신경전도(말초).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영상·전기생리 바이오마커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디지털 바이오마커: 웨어러블 보행·진전·수면, 음성·타자 패턴, 스마트폰 인지 과제 — 고빈도·실생활 측정의 장점과 표준화·형평성 과제.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 전 치료와 정밀 신경학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패러다임 전환: '증상 → 진단 → 치료'에서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'위험·생물학적 단계 → 조기 개입'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윤리·실무 쟁점: 무증상자에게 위험·부작용이 있는 치료를 적용하는 정당화, '질병 전 단계' 낙인과 보험, 결과 전달, 장기 추적 비용, 치료하지 않는 선택의 존중.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정밀 신경학의 요소: 유전형(APOE, HLA, 약물유전체), 병리 표지(아밀로이드·타우·시누클레인·TDP-43), 면역 표현형(항체·세포), 영상 표현형, 그리고 환자 선호.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 전 치료와 정밀 신경학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 보인자 + 바이오마커 전환 시점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SOD1-ALS(NfL 상승 시 토퍼센 — ATLAS), 우성 AD(DIAN-TU), 유전성 프리온병(PrP ASO), HD(체세포 확장 억제)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 선별 → 증상 전 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SMA, MLD, X-ALD, 크라베 (B04 L03, B05 L13, B06 L04)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생물학적 정의 기반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NSD-ISS(시누클레인), A/T/N(AD)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고위험 임상 상태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RBD → 시누클레인병증, RIS → MS, 경도인지장애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치료 기술의 공통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혈액뇌장벽, 세포 유형 선택성 — 척수강·실질 내 투여, BBB 셔틀, 공학 캡시드, 집속 초음파 (B06 L12, B07 L04)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 관여 입증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 표적 단백·PET으로 약물이 실제로 작용했는지 확인 — 실패 시험의 상당수가 이를 보여주지 못함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 소실 이전 개입; 늦은 시기 시험 실패의 반복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환자 선택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유전·바이오마커 기반 층화(이질적 집단에서 효과 희석)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AAV 간독성·면역, ASO 수두증·신독성, 면역치료 감염(PML·수막구균), 보체 억제, ARIA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지표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민감하고 임상적으로 의미 있는 지표 부족 — 디지털·바이오마커 결합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비용·형평성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초고가 일회성 치료, 저·중소득 국가 접근성, 유럽계 편중 데이터(PRS·유전 진단)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돌봄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질환 수정 치료는 다학제 돌봄·재활·완화 의료 위에서만 의미를 가진다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 기반 다중 바이오마커 패널과 AI 통합 모델이 '한 번의 채혈로 신경퇴행 병리를 분류'하는 방향으로 발전하고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플랫폼·바스켓 시험(HEALEY ALS, DIAN-TU, 적응형 설계)이 희귀·이질적 신경질환의 연구 효율을 높이고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면역치료와 유전자 치료의 수렴: 항원 특이 Treg·CAAR-T 같은 '선택적 면역 재조정'이 광범위 면역억제를 대체할 가능성이 제시된다.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바이오마커는 진단·예후·예측·약력학·대리·안전성으로 나뉘며 대리 지표 인정에는 인과·일관성·매개 입증이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NfL(축삭 손상, 비특이), GFAP(성상세포), p-tau217(아밀로이드), SAA(시누클레인·프리온 구조 검출)가 핵심 체액 지표이다.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분자 영상·MRI·OCT·전기생리·디지털 지표가 체액 지표를 보완한다.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 전 치료는 유전자 보인자·신생아 선별·생물학적 정의를 기반으로 확대되고 있으며 윤리적 고려가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전달, 표적 관여, 시기, 환자 선택, 안전성, 비용·형평성이 면역·유전자 치료의 공통 과제이다.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혈청 NfL이 '질환 비특이적'인데도 임상적으로 유용한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NfL은 어떤 원인이든 축삭이 손상되면 상승하므로 특정 질환을 진단하지는 못하지만, 손상의 '양'과 '속도'를 정량한다. 따라서 ALS·MS·FTD에서 진행 속도와 예후를 예측하고, 치료가 신경 손상을 줄였는지 평가하며, 증상 전 보인자의 발병 전환을 포착하는 데 쓰인다. 해석 시 나이·신기능·체중을 보정해야 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종자 증폭 분석(SAA/RT-QuIC)이 기존 면역분석과 질적으로 다른 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기존 면역분석은 항체로 단백질의 '양'을 측정하지만, 종자 증폭 분석은 환자 검체에 포함된 병적 응집체가 정상 단백을 자신과 같은 구조로 전환시키는 '활성'을 증폭해 검출한다. 즉 구조적·기능적 병리를 직접 포착하므로 극미량에서도 높은 특이도를 보이며 전구기 진단이 가능하다.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어떤 바이오마커가 '대리 지표'로 규제 승인에 쓰이려면 무엇이 입증되어야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그 지표가 질환의 인과 경로 위에 있고, 여러 독립 연구에서 임상 결과와 일관되게 상관하며, 치료의 임상적 이득이 그 지표 변화로 매개됨이 보여야 한다. 단순히 치료로 변한다는 것만으로는 부족하며, 과거 여러 질환에서 '지표는 좋아졌지만 환자는 나아지지 않은' 실패 사례가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 전 치료 패러다임이 제기하는 윤리적 쟁점 두 가지는?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아직 증상이 없고 평생 발병하지 않을 수도 있는 사람에게 부작용과 비용이 큰 치료를 적용하는 것이 정당한가 — 침투도와 위험·이득의 불확실성 문제. (2) '전임상 질환' 표지를 받은 사람의 낙인, 보험·고용 차별, 알지 않을 권리, 결과 전달과 심리적 영향 문제이다. 이 때문에 상담 체계와 장기 추적이 필수적이다.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FDA-NIH Biomarker Working Group. BEST (Biomarkers, EndpointS, and other Tools) Resource. 2016–.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Khalil M et al. Neurofilaments as biomarkers in neurological disorders. Nat Rev Neurol 2018;14:577–589.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Hansson O. Biomarkers for neurodegenerative diseases. Nat Med 2021;27:954–963.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B08-L12  ·  신경퇴행·신경면역 질환의 바이오마커와 치료 전망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Jack CR Jr et al. Revised criteria for diagnosis and staging of Alzheimer's disease: Alzheimer's Association Workgroup. Alzheimers Dement 2024;20:5143–5169.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Cummings J et al. Alzheimer's disease drug development pipeline: 2024. Alzheimers Dement (N Y) 2024;10:e12465.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