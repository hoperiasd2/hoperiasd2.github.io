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DLB 환자는 항정신병약에 대한 과민성이 있어 D2 차단으로 심한 파킨슨증 악화, 의식 저하, 자율신경 불안정, 신경이완제 악성 증후군이 발생할 수 있고 사망 위험이 높아진다. 환시가 문제되면 먼저 유발 약물을 줄이고 콜린에스테라아제 억제제를 사용하며, 필요 시 쿠에티아핀·클로자핀·피마반세린을 신중히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숙주의 병리적 α-시누클레인이 새로 이식된 건강한 신경세포로 전파되어 응집을 유도했음을 시사하며, 이는 프리온 유사 세포 간 전파 가설의 핵심 근거가 되었다. 따라서 세포 치료만으로는 병리 확산을 막을 수 없고 시누클레인 표적 치료의 병용이 필요하다는 함의를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면역 반응이 질환 초기·전구기에 가장 활발하므로 면역 조절 치료는 증상이 뚜렷해진 뒤보다 전구기(REM 수면 행동장애, 후각 소실, SAA 양성 단계)에 적용해야 효과를 기대할 수 있다. 이는 전구기 식별 바이오마커의 임상적 가치를 높인다.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병리적 시누클레인 응집체를 직접 증폭·검출하므로 생전에 시누클레인병증을 높은 정확도로 확인할 수 있다. 본태성 진전·약물 유발 파킨슨증·타우병증(PSP) 등과의 감별, 전구기(RBD) 환자의 위험 평가, 질환 수정 임상시험 대상자 선별에 쓰인다. 다만 MSA와 PD의 구분, 예후 예측에는 아직 한계가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B08 신경면역학과 신경퇴행질환  ·  신경퇴행과 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파킨슨병과 레비소체 질환의 신경면역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Neuroimmunology of Parkinson's Disease and Lewy Body Disorders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B08-L08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α-시누클레인의 정상 기능과 응집·전파(프리온 유사)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미세아교세포·말초 면역·T세포가 파킨슨병에 기여하는 증거를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레비소체치매와 파킨슨병 치매의 임상·병리 구분과 관리를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 바이오마커(SAA)와 생물학적 정의를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면역·시누클레인 표적 치료의 현황을 평가한다.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α-시누클레인의 생물학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신경염증과 말초 면역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레비소체 질환의 임상 스펙트럼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바이오마커와 생물학적 정의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면역·시누클레인 표적 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α-시누클레인의 생물학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SNCA 산물(140 아미노산): 시냅스 전 말단에 풍부, 막 결합 시 양친매성 나선 형성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SNARE 복합체 조립 보조·소포 풀 조절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천연 상태는 비정형(또는 사량체).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응집: 단량체 → 올리고머 → 프로토피브릴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아밀로이드 섬유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(교차 β-시트) → 레비 소체·레비 신경돌기의 핵심 성분(지질·소기관도 다량 포함 — 2021 전자단층촬영).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촉진 요인: SNCA 용량·점변이(B06 L05), 산화·질소화 변형, 인산화(Ser129 — 병리 표지), 리소좀 기능 저하(GBA1 — B05 L02), 미토콘드리아 손상, 도파민 대사물.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α-시누클레인의 생물학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프리온 유사 전파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병리적 형태가 정상 단백을 주형으로 전환 → 시냅스 연결망을 따라 확산(브라크 병기: 미주신경 등쪽핵·후각 → 뇌간 → 중뇌 → 변연·신생피질); 이식된 태아 중뇌 세포에 수년 후 레비 병리가 나타난 사례(숙주→이식편 전파)가 근거.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'몸 먼저' vs '뇌 먼저'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가설: 장(장신경계)에서 시작해 미주를 거쳐 상행하는 유형(REM 수면 행동장애·자율 증상 선행)과 뇌에서 시작하는 유형 — 영상·임상 연구로 뒷받침.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균주(strain) 개념: 다계통 위축의 시누클레인 섬유 구조가 PD·DLB와 다르며(크라이오-EM), 이것이 세포 선택성(교세포 vs 신경세포)과 임상 차이를 설명한다는 가설.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신경염증과 말초 면역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사후 뇌: 흑질에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HLA-DR 양성 활성 미세아교세포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(McGeer 1988), IL-1β·TNF·IL-6 증가, CD8·CD4 T세포 침윤.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유전: PD GWAS에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HLA-DRB1/DRA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좌위, LRRK2(면역세포에서 높게 발현 — 단핵구·대식세포), GBA1, TMEM175 → 면역·리소좀 수렴.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T세포 반응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α-시누클레인 유래 펩타이드(Ser129 부위 포함)에 반응하는 자가반응 T세포가 PD 환자에서 검출되며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 증상 발현 수년 전 최고치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(Sulzer 2017, Lindestam Arlehamn 2020) → 자가면역적 요소.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말초: 장 염증성 장질환 환자의 PD 위험 증가, 항TNF 치료 시 위험 감소(관찰), 충수(α-시누클레인 풍부) 절제와 위험의 관계(연구 간 불일치).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신경염증과 말초 면역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보호 요인의 면역 가설: 흡연(니코틴 항염), 이부프로펜 등 NSAID 사용과 PD 위험 감소(관찰 연구, 인과 미확정).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미세아교세포 활성 영상(TSPO PET)은 초기부터 증가하나 특이도 한계.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레비소체 질환의 임상 스펙트럼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DLB는 치매의 두 번째로 흔한 퇴행성 원인이나 상당수가 AD로 오진된다.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관리의 핵심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항정신병약 과민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(특히 1세대·리스페리돈) — 심한 파킨슨증·의식 저하·신경이완제 악성 증후군 → 꼭 필요하면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쿠에티아핀·클로자핀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환시에는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피마반세린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(5-HT2A 역작용제) 고려.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콜린에스테라아제 억제제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(리바스티그민·도네페질)가 인지·환각에 효과적(B07 L03).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레보도파는 운동 증상에 부분 효과이나 환각 악화 가능 → 저용량.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REM 수면 행동장애: 멜라토닌, 클로나제팜, 안전 조치.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기립성 저혈압·변비·요실금 관리(B07 L11).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레비소체 질환의 임상 스펙트럼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파킨슨병(PD)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 증상 선행, 비운동 전구(후각 소실·변비·REM 수면 행동장애·우울)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파킨슨병 치매(PDD)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 진단 후 1년 이상 지나 치매 발생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레비소체치매(DLB)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치매가 파킨슨증과 동시 또는 선행(1년 규칙)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인지 변동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반복적 환시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REM 수면 행동장애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파킨슨증(핵심 4징); 지지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항정신병약 과민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자율 기능 이상, 반복 낙상; 지표 바이오마커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 스캔 저하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MIBG 심근 섭취 저하, 수면다원검사 REM 무긴장 소실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다계통 위축(MSA)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교세포 세포질 봉입체(올리고덴드로사이트) — 자율 부전 + 파킨슨증/소뇌 (B07 L11)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순수 자율 부전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말초 자율 신경 레비 병리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바이오마커와 생물학적 정의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 종자 증폭 분석(SAA / RT-QuIC)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CSF에서 민감도 ~90%(PD), 특이도 높음;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피부 생검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(2024 JAMA — 신경 내 인산화 시누클레인 검출), 후각 점막, 타액선에서도 검출; 전구기(RBD·후각 소실)에서 양성.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이를 바탕으로 2024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생물학적 정의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제안: NSD-ISS(시누클레인 SAA 양성 + 도파민 결손 ± 임상)와 SynNeurGe(S-N-G 분류) → 임상 증상 전 단계 식별·시험 설계(B05 L02).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영상: DAT 스캔(시냅스 전 도파민 — PD vs 본태성 진전·약물 유발 파킨슨증 감별), MIBG 심근 신티그래피(PD·DLB에서 저하, MSA는 보존), MRI(MSA·PSP 감별 — 중뇌 '벌새' 징후, 'hot cross bun'), 흑질 뉴로멜라닌 영상.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바이오마커와 생물학적 정의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혈액: NfL(비전형 파킨슨증 감별에 유용), GFAP, 세포외소포 시누클레인(연구).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면역·시누클레인 표적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교훈: 전구기·조기 환자에서 시누클레인 부담이 적을 때 개입해야 하며, SAA 기반 선별이 이를 가능하게 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면역·시누클레인 표적 치료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능동 면역(백신)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PD01A/UB-312 — 항체 유도 확인, 효능 시험 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면역(항시누클레인 항체)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프라시네주맙(PASADENA — 1차 결과 미달, 일부 하위군 신호 → PADOVA 진행), 신파네맙(SPARK 실패)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응집 억제·분자 샤페론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미노자이드, 안레이민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GCase 증강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암브록솔(3상 ASPro-PD), BIA 28-6156, AAV-GBA1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LRRK2 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BIIB122(2b 실패 발표), ASO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 표적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미세아교세포 억제(미노사이클린 — 실패), NLRP3 억제제(인플라조메 1상),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사르그라모스팀(GM-CSF — Treg 유도)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항염증 생활요인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 관용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α-시누클레인 특이 Treg 유도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줄기세포 유래 도파민 전구세포 이식(B05 L02)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면역·시누클레인 표적 치료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레보도파·DBS·집속 초음파 시상절제술·지속 주입 제형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피부 생검·CSF SAA의 임상 도입으로 생전 '시누클레인병증' 확진이 가능해지면서 진단 경로와 임상시험 모집이 재편되고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시누클레인 섬유 '균주' 구조의 질환별 차이가 밝혀져, 구조 특이 PET 추적자와 항체 설계가 추진되고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장–뇌 축(미주 절단 코호트, 장 신경계 병리)과 면역 기전을 결합한 '말초 기원 가설'의 검증이 진행 중이다.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α-시누클레인은 시냅스 소포 조절 단백으로 응집 후 시냅스 연결망을 따라 프리온 유사로 전파된다.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PD에는 미세아교세포 활성, HLA 연관, α-시누클레인 특이 T세포 등 면역 기전이 기여하며 전구기에 두드러진다.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DLB는 인지 변동·환시·RBD·파킨슨증이 핵심이며 항정신병약 과민과 콜린에스테라아제 억제제 반응이 관리의 요점이다.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 SAA(CSF·피부)가 생물학적 진단을 가능하게 해 전구기 기반 시험 설계가 시작되었다.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시누클레인 항체·GCase 증강·LRRK2 억제·면역 조절이 질환 수정 치료의 주요 축이다.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레비소체치매 환자에게 할로페리돌을 투여하면 안 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DLB 환자는 항정신병약에 대한 과민성이 있어 D2 차단으로 심한 파킨슨증 악화, 의식 저하, 자율신경 불안정, 신경이완제 악성 증후군이 발생할 수 있고 사망 위험이 높아진다. 환시가 문제되면 먼저 유발 약물을 줄이고 콜린에스테라아제 억제제를 사용하며, 필요 시 쿠에티아핀·클로자핀·피마반세린을 신중히 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 중뇌 조직을 이식받은 파킨슨병 환자에서 10년 이상 지난 뒤 이식 세포에 레비 소체가 발견된 것이 의미하는 바는?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숙주의 병리적 α-시누클레인이 새로 이식된 건강한 신경세포로 전파되어 응집을 유도했음을 시사하며, 이는 프리온 유사 세포 간 전파 가설의 핵심 근거가 되었다. 따라서 세포 치료만으로는 병리 확산을 막을 수 없고 시누클레인 표적 치료의 병용이 필요하다는 함의를 준다.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α-시누클레인 특이 T세포 반응이 운동 증상 발현 전에 가장 강하다는 발견의 치료적 함의는?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면역 반응이 질환 초기·전구기에 가장 활발하므로 면역 조절 치료는 증상이 뚜렷해진 뒤보다 전구기(REM 수면 행동장애, 후각 소실, SAA 양성 단계)에 적용해야 효과를 기대할 수 있다. 이는 전구기 식별 바이오마커의 임상적 가치를 높인다.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 또는 피부 생검 α-시누클레인 종자 증폭 분석이 임상에서 유용한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병리적 시누클레인 응집체를 직접 증폭·검출하므로 생전에 시누클레인병증을 높은 정확도로 확인할 수 있다. 본태성 진전·약물 유발 파킨슨증·타우병증(PSP) 등과의 감별, 전구기(RBD) 환자의 위험 평가, 질환 수정 임상시험 대상자 선별에 쓰인다. 다만 MSA와 PD의 구분, 예후 예측에는 아직 한계가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Poewe W et al. Parkinson disease. Nat Rev Dis Primers 2017;3:17013.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Tan EK et al. Parkinson disease and the immune system. Nat Rev Neurol 2020;16:303–318.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Sulzer D et al. T cells from patients with Parkinson's disease recognize α-synuclein peptides. Nature 2017;546:656–661.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McKeith IG et al. Diagnosis and management of dementia with Lewy bodies: fourth consensus report. Neurology 2017;89:88–100.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B08-L08  ·  파킨슨병과 레비소체 질환의 신경면역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Gibbons CH et al. Skin biopsy detection of phosphorylated α-synuclein in patients with synucleinopathies. JAMA 2024;331:1298–1306.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