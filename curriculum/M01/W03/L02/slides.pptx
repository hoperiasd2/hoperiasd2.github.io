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행동을 묻는 네 가지 질문의 배치. 근접 원인과 궁극 원인의 구분, 시간 축에서 개체 안의 사건과 계통의 역사가 갈리는 지점, 그리고 네 답이 경쟁이 아니라 보완 관계라는 점을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운동 조절의 세 축과 각각의 손상이 만드는 증상. 겉질척수로가 명령을, 기저핵이 시작과 억제를, 소뇌가 오차 교정을 맡는 분업과 세 체계의 손상에서 나타나는 증상의 성격 차이를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M01  인체일반생물학과 기초세포생물학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동물행동 요약: 감각·행동·학습과 적응</a:t>
            </a:r>
          </a:p>
          <a:p>
            <a:r>
              <a:rPr sz="1500" b="0" i="0">
                <a:solidFill>
                  <a:srgbClr val="B9D2E8"/>
                </a:solidFill>
                <a:latin typeface="Malgun Gothic"/>
                <a:ea typeface="Malgun Gothic"/>
                <a:cs typeface="Malgun Gothic"/>
              </a:rPr>
              <a:t>Animal Behaviour: Sensation, Action, Learning and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M01-W03-L02  ·  1부</a:t>
            </a:r>
          </a:p>
          <a:p>
            <a:r>
              <a:rPr sz="1100" b="0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전체 15절 가운데 8절</a:t>
            </a:r>
          </a:p>
          <a:p>
            <a:r>
              <a:rPr sz="1100" b="0" i="0">
                <a:solidFill>
                  <a:srgbClr val="9FBEDA"/>
                </a:solidFill>
                <a:latin typeface="Malgun Gothic"/>
                <a:ea typeface="Malgun Gothic"/>
                <a:cs typeface="Malgun Gothic"/>
              </a:rPr>
              <a:t>3주 2회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행동을 묻는 네 가지 질문을 구분하고 근접 원인과 궁극 원인을 섞지 않는 이유를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신경세포가 정보를 전달하는 두 방식을 전기적 신호와 화학적 신호로 나누어 서술한다.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감각 수용의 공통 원리를 변환, 적응, 역치, 부호화로 정리하고 감각별 차이를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시각과 청각에서 물리 자극이 신경 신호로 바뀌는 과정을 각각의 수용기 구조로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5.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반사궁의 구성 요소를 쓰고 반사 검사가 병변 위치를 알려 주는 원리를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6.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수의 운동의 조절에 관여하는 세 축을 구분하고 각각의 손상이 만드는 증상을 예측한다.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7.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섭식, 갈증, 체온 조절을 음성 되먹임 고리로 서술하고 조절 중추의 위치를 쓴다.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8.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수면–각성 주기와 일주기 리듬을 구분하고 리듬의 분자 기전을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9.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학습의 네 가지 형태를 구분하고 시냅스 가소성이 기억의 기초가 되는 근거를 든다.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10.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본능과 학습의 관계를 각인과 결정적 시기로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11.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사회 행동의 진화를 비용과 이익, 혈연 선택으로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PREREQ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선수지식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M01-W02-L02 내분비계 요약: 호르몬과 되먹임 — 시상하부와 뇌하수체, 음성 되먹임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M01-W03-L01 발생 요약: 수정·배엽·기관 형성 — 신경관과 신경능, 결정적 시기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M01-W05-L02 생체분자와 막의 구조 — 막의 구조와 이온 투과성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행동을 생물학으로 다룬다는 것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신경세포는 어떻게 정보를 나르는가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신경계의 구성 — 두 번의 이분법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감각의 공통 원리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5.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5. 시각 — 빛을 신호로 바꾸기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6.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6. 청각과 평형 — 움직임을 신호로 바꾸기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7.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7. 화학 감각과 체성 감각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8.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8. 반사와 운동 조절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행동을 생물학으로 다룬다는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행동은 관찰되는 현상이고 그 자체로는 설명이 아니다. "새가 왜 노래하는가"라는 물음에는 서로 다른 층위의 답이 모두 성립하며, 이들을 섞으면 논쟁이 공전한다. 행동생물학은 네 가지 질문을 구분한다.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근접 원인(proximate cause)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지금 이 개체에서 무엇이 일어나고 있는가.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어떤 신경과 호르몬이 작동해 이 행동이 나오는가. 봄에 길어진 낮이 송과체의 melatonin 분비를 줄이고 생식축이 활성화되어 노래 중추가 커진다.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발달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개체가 살아오면서 이 행동이 어떻게 갖추어졌는가. 어린 새가 결정적 시기에 들은 노래를 기억했다가 자기 소리를 그것에 맞춰 간다.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궁극 원인(ultimate cause)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왜 이 종에 이런 행동이 있는가.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기능(적응적 의의)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이 행동이 생존과 번식에 어떤 이득을 주는가. 노래가 영역을 알리고 짝을 끌어들인다.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진화(계통)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이 행동이 조상 계통에서 어떻게 변해 왔는가. 가까운 종들의 노래를 비교해 변화 과정을 추론한다.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네 답은 경쟁하지 않고 서로를 보완한다. "노래는 호르몬 때문인가, 번식을 위해서인가"라는 물음이 잘못 세워진 질문인 이유가 여기에 있다. 의학에서도 같은 구분이 필요하다. "열이 왜 나는가"에 대해 prostaglandin E2가 시상하부의 설정점을 올렸다는 답과, 체온 상승이 병원체 증식을 억제하고 면역을 촉진한다는 답은 층위가 다르며 둘 다 옳을 수 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행동을 생물학으로 다룬다는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386839"/>
          </a:xfrm>
          <a:prstGeom prst="rect">
            <a:avLst/>
          </a:prstGeom>
          <a:solidFill>
            <a:srgbClr val="FFF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8A6300"/>
                </a:solidFill>
                <a:latin typeface="Malgun Gothic"/>
                <a:ea typeface="Malgun Gothic"/>
                <a:cs typeface="Malgun Gothic"/>
              </a:rPr>
              <a:t>핵심 정리 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행동을 다룰 때 가장 먼저 할 일은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지금 어느 층위의 질문에 답하고 있는지를 정하는 것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이 구분이 흐려지면 "유전인가 환경인가" 같은 소모적 대립에 빠진다. 뒤에서 보겠지만 거의 모든 행동에서 올바른 답은 둘 다이며, 의미 있는 질문은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무엇이 유전되고 무엇이 경험으로 정해지는가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행동을 생물학으로 다룬다는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7</a:t>
            </a:r>
          </a:p>
        </p:txBody>
      </p:sp>
      <p:pic>
        <p:nvPicPr>
          <p:cNvPr id="7" name="Picture 6" descr="fig-four-questions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481" y="1325880"/>
            <a:ext cx="8104732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행동을 묻는 네 가지 질문의 배치. 근접 원인과 궁극 원인의 구분, 시간 축에서 개체 안의 사건과 계통의 역사가 갈리는 지점, 그리고 네 답이 경쟁이 아니라 보완 관계라는 점을 보인다.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신경세포는 어떻게 정보를 나르는가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행동의 물리적 기반은 신경세포의 신호다. 신호는 두 구간에서 성질이 다르다. 한 세포 안에서는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전기적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으로, 세포 사이에서는 대개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화학적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전달된다. 이 수업에서는 틀만 세우고, 이온 평형과 통로의 분자 구조는 M04-W02-L01과 M04-W02-L03에서, 시냅스 전달은 M04-W03-L01에서 다룬다.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안정 막전위.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세포 안쪽이 바깥쪽에 대해 약 −70 mV로 유지된다. 세 가지가 이 값을 만든다. Na⁺/K⁺-ATPase가 농도 기울기를 세우고, 안정 상태에서 막이 K⁺에만 비교적 잘 투과하며, 세포 안에 빠져나가지 못하는 음전하 단백질이 있다. 결과적으로 안정 막전위는 K⁺의 평형 전위에 가깝다.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활동전위.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자극으로 막전위가 역치(약 −55 mV)에 닿으면 전압 개폐 Na⁺ 통로가 열려 Na⁺가 쏟아져 들어오고 막전위가 급격히 양으로 뒤집힌다. 곧 Na⁺ 통로가 불활성화되고 K⁺ 통로가 열려 재분극한다. 두 가지 성질이 중요하다.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전부 아니면 전무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역치를 넘으면 크기가 일정한 활동전위가 생기고, 넘지 못하면 아무 일도 없다. 따라서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자극의 세기는 활동전위의 크기가 아니라 빈도로 부호화된다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불응기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방금 흥분한 구간은 Na⁺ 통로가 불활성화되어 한동안 다시 흥분하지 못한다. 그 결과 신호가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 방향으로만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진행하고 최대 발화 빈도에 상한이 생긴다.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전도 속도.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축삭이 굵을수록, 그리고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말이집(myelin)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이 두꺼울수록 빠르다. 말이집은 절연체로 작용하고 Ranvier 결절에서만 전류가 들어가므로 신호가 결절을 건너뛰며 전달된다(도약 전도). 말이집이 손상되면 전도가 느려지거나 끊긴다.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시냅스 전달.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활동전위가 축삭 말단에 도달하면 전압 개폐 Ca²⁺ 통로가 열리고, 들어온 Ca²⁺이 신경전달물질을 담은 소포의 융합을 유발한다. 방출된 전달물질이 시냅스 후막의 수용체에 결합해 다음 세포의 막전위를 바꾼다. 흥분성이면 탈분극, 억제성이면 과분극이 일어나며, 한 신경세포는 수천 개의 입력을 공간적·시간적으로 합산해 역치를 넘을지 결정한다.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신경세포는 어떻게 정보를 나르는가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76120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전도 장애의 위치가 증상을 가른다.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말이집 손상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(다발경화증, 길랭–바레 증후군)은 전도 속도가 느려지고 전도 차단이 생기지만 축삭은 남아 있으므로 회복 가능성이 있다.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축삭 손상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말단이 변성되어(Wallerian 변성) 회복이 느리고 불완전하다. 신경전도검사에서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전도 속도 저하와 잠복기 연장은 말이집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진폭 감소는 축삭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가리킨다. 또 하나 자주 묻는 것은 국소마취제의 작용으로, 전압 개폐 Na⁺ 통로를 막아 활동전위 발생 자체를 차단하며 가는 무말이집 섬유(통각, 온도)가 굵은 말이집 섬유(운동, 촉각)보다 먼저 차단된다. 그래서 통증이 먼저 사라지고 운동이 나중에 마비된다.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신경계의 구성 — 두 번의 이분법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감각에서 행동까지의 사슬을 따라가기 전에, 그 사슬이 놓인 구조를 정해 둔다. 신경계는 두 번의 이분법으로 나뉜다.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첫 번째 이분법: 중추와 말초.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뇌와 척수가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중추신경계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그 바깥의 신경과 신경절이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말초신경계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 구분의 실질적 의미는 재생 능력에 있다. 말초신경의 축삭은 Schwann 세포가 길을 내 주어 손상 뒤 자라날 수 있지만, 중추신경계에서는 희소돌기아교세포와 흉터가 재생을 억제해 거의 자라지 않는다. 말초신경 손상은 시간이 지나면 일부 회복되고 척수 손상은 그렇지 않은 이유다.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 번째 이분법: 체성과 자율.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말초의 운동 쪽이 다시 나뉜다.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체성 신경계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골격근을 지배한다. 중추에서 근육까지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하나의 신경세포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직접 간다. 의식적으로 조절되고, 전달물질은 아세틸콜린 하나이며, 작용은 흥분뿐이다.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자율 신경계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평활근, 심근, 샘을 지배한다. 중추에서 표적까지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 개의 신경세포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신경절에서 이어 달린다. 의식적 조절을 받지 않고, 전달물질이 여럿이며, 흥분과 억제가 모두 가능하다.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자율신경계가 두 세포로 이어지는 구조는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분산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가능하게 한다. 신경절 전 세포 하나가 여러 신경절 후 세포와 연접하므로 하나의 중추 명령이 넓은 범위에 동시에 작용한다.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교감과 부교감.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자율신경계는 다시 둘로 나뉘며, 해부학적 차이가 기능의 차이를 만든다.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신경계의 구성 — 두 번의 이분법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/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교감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부교감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중추에서 나오는 곳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흉추·요추(T1–L2)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뇌줄기와 천수(S2–S4)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신경절의 위치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척수 가까이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 기관 가까이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절전 섬유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짧다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절후 섬유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길다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짧다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절후 전달물질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대개 노르에피네프린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아세틸콜린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작용 범위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넓고 동시에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좁고 선택적으로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신경계의 구성 — 두 번의 이분법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신경절의 위치 차이가 작용 범위를 정한다. 교감신경절은 척수 옆에 사슬로 이어져 있어 하나의 입력이 여러 분절로 퍼질 수 있고, 그래서 교감신경은 몸 전체에 한꺼번에 작용한다. 부교감신경절은 표적 기관 안이나 가까이에 있어 기관별로 따로 조절된다. 긴장 상황에서 심박수, 혈압, 동공, 기관지, 혈당이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동시에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변하는 것과, 소화 조절이 기관마다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따로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이루어지는 것의 차이가 여기서 나온다.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부신 속질은 변형된 교감신경절이다.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발생학적으로 신경능에서 왔고(M01-W03-L01), 절전 섬유의 지배를 직접 받으며, 절후 신경세포 대신 호르몬을 혈액으로 방출한다. 신경 신호가 내분비 신호로 바뀌는 지점이며, 그래서 교감신경 반응에 전신적이고 지속적인 성분이 더해진다.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신경계의 구성 — 두 번의 이분법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76120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예외를 묻는 문제가 반복된다. 교감신경인데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절후 전달물질이 아세틸콜린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 곳이 있다. 땀샘이 그렇고, 그래서 교감신경 자극으로 땀이 나는데도 항콜린제가 땀을 막는다. 또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부신 속질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절후 신경세포 없이 절전 섬유가 직접 지배한다. 전달물질과 수용체의 조합도 가른다. 모든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신경절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연접은 교감·부교감 모두 아세틸콜린과 니코틴성 수용체를 쓰고, 신경근 접합부도 아세틸콜린과 니코틴성 수용체를 쓴다. 효과기에서만 교감은 노르에피네프린과 아드레날린성 수용체, 부교감은 아세틸콜린과 무스카린성 수용체로 갈린다. 니코틴성은 이온 통로형이라 빠르고, 무스카린성은 G 단백질 연결형이라 느리고 오래간다는 차이도 함께 묻는다.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감각의 공통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감각은 종류가 다양하지만 작동 원리는 같은 틀을 공유한다. 네 가지로 정리된다.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변환(transduction).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물리적·화학적 자극을 막전위 변화로 바꾸는 과정이다. 각 수용기는 자기 자극에만 특이적인 분자 장치를 가진다. 기계수용기는 늘어남에 열리는 통로를, 광수용기는 빛에 구조가 바뀌는 색소를, 화학수용기는 특정 분자에 결합하는 수용체를 쓴다. 변환으로 생긴 등급 전위를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수용기 전위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라 하며, 충분히 크면 활동전위를 만든다.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부호화(coding).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신경계는 모든 정보를 같은 활동전위로 전달하므로, 자극의 성질을 다른 방식으로 담아야 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종류(양상)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어느 경로가 활성화되었는가로 정해진다. 시신경이 어떤 이유로든 흥분하면 뇌는 빛으로 해석한다. 눈을 누르면 빛이 보이는 이유다.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세기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활동전위의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빈도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와 활성화된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수용기의 수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부호화된다.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위치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어느 수용기가 흥분했는가로 정해진다. 대뇌겉질에 몸의 지도가 그려져 있다.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지속 시간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발화가 이어지는 시간으로 부호화된다.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수용영역과 해상도.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한 감각신경세포가 담당하는 피부 범위를 수용영역이라 한다. 범위가 좁을수록 두 점을 구분하는 능력이 좋아진다. 손끝과 입술은 수용영역이 좁고 수용기 밀도가 높아 두 점 식별 역치가 몇 mm에 불과하지만, 등은 수십 mm에 이른다. 대뇌겉질에서 각 부위에 배정된 면적도 이 밀도에 비례하므로, 몸의 지도가 실제 크기가 아니라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감각 해상도에 비례해 일그러진 형태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그려진다. 손과 얼굴이 과도하게 크게 표현되는 이유다.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적응(adaptation).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자극이 계속되면 발화가 줄어든다. 적응이 빠른 수용기는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알리고(촉각의 Pacini 소체), 느린 수용기는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알린다(근방추, 통각수용기). 옷을 입은 감각이 곧 사라지지만 통증은 사라지지 않는 것이 이 차이다. 통각이 적응하지 않는 것은 경고 신호로서 당연한 설계다.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역치와 민감도.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감지할 수 있는 최소 자극이 역치다. 자극의 차이를 알아채려면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원래 자극에 비례하는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만큼 달라져야 한다(Weber 법칙). 어두운 방에서 촛불 하나가 큰 차이를 만들지만 밝은 낮에는 같은 촛불이 아무 차이도 만들지 않는다. 감각계가 절대값이 아니라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비율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읽도록 설계되어 있다는 뜻이며, 넓은 범위의 자극을 한정된 발화 빈도로 담기 위한 해법이다.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시각 — 빛을 신호로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눈의 광학.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각막과 수정체가 빛을 굴절시켜 망막에 상을 맺는다. 굴절력의 대부분(약 3분의 2)은 각막이 담당하고, 수정체는 모양을 바꾸어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초점을 조절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한다. 가까운 것을 볼 때 모양체근이 수축하면 걸이인대가 느슨해지고 수정체가 자기 탄성으로 두꺼워진다. 나이가 들면 수정체가 굳어 이 조절이 안 되는 것이 노안이다.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광수용기.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망막의 간상세포와 원뿔세포가 빛을 감지한다.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시각 — 빛을 신호로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/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간상세포(rod)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원뿔세포(cone)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1억 2천만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600만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민감도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매우 높음, 어두운 곳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낮음, 밝은 곳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 못 함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 종류로 색 구분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해상도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낮음(여러 세포가 수렴)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높음(거의 일대일)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분포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주변부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중심오목에 집중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시각 — 빛을 신호로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변환의 역설.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광수용기는 다른 감각과 반대로 작동한다.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어두울 때 탈분극해 전달물질을 계속 방출하고, 빛을 받으면 과분극해 방출을 줄인다.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기전은 이렇다. 어두울 때 cGMP가 양이온 통로를 열어 두어 Na⁺가 들어온다(암전류). 빛이 광색소 rhodopsin의 retinal을 이성질화하면 G 단백질 transducin이 활성화되고 phosphodiesterase가 cGMP를 분해한다. cGMP가 줄면 통로가 닫히고 세포가 과분극한다.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경로는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증폭의 사슬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이기도 하다. 광자 하나가 rhodopsin 하나를 바꾸지만 그것이 수백 개의 transducin을, 각 transducin이 수많은 cGMP 분해를 일으킨다. 간상세포가 광자 하나에 반응할 수 있는 이유다.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망막의 처리.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망막은 단순한 감광판이 아니라 이미 정보를 처리한다. 광수용기 → 두극세포 → 신경절세포로 이어지는 세로 경로에 수평세포와 아마크린세포가 가로로 연결되어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측방 억제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만든다. 그 결과 신경절세포는 밝기 자체보다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밝기의 대비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 반응하는 중심–주변 수용영역을 갖는다. 경계를 강조하는 처리가 눈 안에서 이미 끝난다.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시각 — 빛을 신호로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68148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연계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시야 결손의 모양이 병변 위치를 알려 준다. 시각 경로는 시신경교차에서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코쪽 망막에서 온 섬유만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반대쪽으로 건너간다. 따라서 한쪽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시신경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병변은 그쪽 눈 전체의 시력을 잃게 하고,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시신경교차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가운데가 눌리면(뇌하수체 종양) 양쪽 코쪽 망막 섬유가 눌려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양측 귀쪽 반맹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되며, 교차 뒤의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시각로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병변은 양쪽 눈의 같은 쪽 시야를 잃는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동측 반맹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된다. 교차 앞인지 뒤인지가 양안이 함께 침범되는지로 갈린다.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청각과 평형 — 움직임을 신호로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소리의 전달.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공기의 압력 파동이 고막을 진동시키고, 세 개의 귓속뼈가 이 진동을 난원창으로 전달한다. 귓속뼈가 하는 일은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임피던스 정합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공기의 진동을 그대로 액체에 전달하면 대부분 반사되어 버리므로, 넓은 고막의 힘을 좁은 난원창에 모아 압력을 약 20배로 키운다.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주파수 분석.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달팽이관의 기저막은 입구 쪽이 좁고 뻣뻣하며 끝으로 갈수록 넓고 유연하다. 그 결과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높은 주파수는 입구 쪽에서, 낮은 주파수는 끝 쪽에서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최대 진동을 만든다. 소리의 주파수가 기저막 위의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위치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번역되는 것이며(장소 부호화), 이 지도가 청각 경로를 따라 겉질까지 보존된다.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변환.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기저막이 진동하면 그 위의 유모세포 섬모가 덮개막에 대해 기울어진다. 섬모가 긴 쪽으로 기울면 끝을 잇는 가는 실(tip link)이 당겨져 기계 개폐 통로가 열리고 K⁺가 들어와 탈분극한다. 섬모의 기울어짐이 직접 통로를 여는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기계적 연결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이라는 점이 특징이며, 그래서 반응이 매우 빠르다.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평형.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같은 유모세포 원리가 전정기관에서도 쓰인다. 세 개의 반고리관은 서로 직교해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회전 가속도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감지하고, 난형낭과 구형낭의 이석기관은 이석의 관성으로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직선 가속도와 중력 방향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감지한다. 세 축의 조합으로 머리의 움직임이 완전히 기술된다.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청각과 평형 — 움직임을 신호로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76120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난청을 전음성과 감각신경성으로 가르는 음차 검사의 논리를 외우지 말고 유도한다.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Rinne 검사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공기 전도와 뼈 전도를 비교한다. 정상과 감각신경성 난청에서는 공기 전도가 더 잘 들린다(중이는 멀쩡하므로). 전음성 난청에서는 중이의 증폭이 깨졌으므로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 전도가 더 잘 들린다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Weber 검사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이마 정중선에 음차를 대고 어느 쪽으로 들리는지 본다.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전음성 난청에서는 나쁜 쪽으로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치우치는데, 그쪽 귀가 외부 소음을 덜 받아들여 뼈로 전해진 소리가 상대적으로 크게 들리기 때문이다.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감각신경성 난청에서는 좋은 쪽으로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치우친다. 두 검사를 함께 쓰면 어느 쪽 귀의 어떤 종류 난청인지가 정해진다.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화학 감각과 체성 감각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후각.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후각 수용체는 G 단백질 연결 수용체이며, 사람에서 약 400종이 기능한다. 각 후각신경세포는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 종류의 수용체만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발현하고, 같은 수용체를 쓰는 세포들의 축삭이 후각망울의 같은 사구체로 모인다. 냄새 분자 하나가 여러 수용체를 서로 다른 정도로 자극하므로, 뇌는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활성화된 사구체의 조합 패턴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냄새를 식별한다. 적은 수의 수용체로 막대한 수의 냄새를 구분하는 방법이다.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후각은 다른 감각과 달리 시상을 거치지 않고 대뇌겉질과 변연계로 직접 간다. 냄새가 기억과 감정을 강하게 불러오는 것이 이 해부학적 지름길과 연관된다고 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미각.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다섯 가지 기본 맛이 있다. 단맛, 감칠맛, 쓴맛은 G 단백질 연결 수용체가, 짠맛과 신맛은 이온 통로가 변환을 맡는다. 쓴맛 수용체가 약 25종으로 가장 다양한 것은 독성 물질을 폭넓게 걸러야 하기 때문으로 해석된다. 우리가 '맛'이라 부르는 경험의 대부분은 실제로는 후각이며, 코가 막히면 음식 맛이 없어지는 이유다.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고유감각(proprioception).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몸의 자세와 움직임을 알려 주는 감각이며, 의식되지 않지만 모든 움직임의 전제가 된다. 두 수용기가 담당한다.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근방추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근육과 나란히 놓여 근육의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길이와 길이 변화 속도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감지하고,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Golgi 건기관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힘줄에 직렬로 놓여 근육이 내는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장력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감지한다. 배치의 차이가 기능의 차이를 만든다. 나란히 놓인 근방추는 근육이 늘어날 때 함께 늘어나고, 직렬로 놓인 건기관은 근육이 수축할 때 당겨진다.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근방추에는 특이한 구조가 하나 더 있다. 방추 안에도 작은 근섬유가 있고 이것을 따로 지배하는 운동신경(감마 운동신경세포)이 있다. 근육이 수축해 짧아지면 방추도 느슨해져 감각을 잃을 텐데, 감마 운동신경세포가 방추 안 섬유를 함께 수축시켜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민감도를 유지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한다. 측정 장치가 측정 대상과 함께 움직이며 눈금을 다시 맞추는 구조다.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체성 감각.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피부와 심부 조직에서 오는 감각은 네 가지 양상으로 나뉜다. 촉각과 압각, 진동, 온도, 통증이다. 중요한 것은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 경로가 따로 올라간다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점이다.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뒤기둥–안쪽섬유띠 경로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미세 촉각, 진동, 고유감각을 전달한다. 같은 쪽 척수를 올라가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연수에서 교차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척수시상로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통증과 온도를 전달한다. 들어온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척수 분절에서 바로 교차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 반대쪽을 올라간다.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통증.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통각수용기는 자유신경종말이며 조직 손상에서 나오는 물질(H⁺, K⁺, bradykinin, prostaglandin)에 반응한다. 통증은 수용기에서 겉질까지 수동적으로 전달되지 않고 여러 지점에서 조절된다. 척수 뒤뿔에서 굵은 촉각 섬유의 입력이 통증 전달을 억제하고(관문 조절 이론, 아픈 곳을 문지르면 덜 아픈 이유), 뇌줄기에서 내려오는 경로가 내인성 opioid를 통해 통증 전달을 억제한다.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화학 감각과 체성 감각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76120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두 경로의 교차 위치 차이가 척수 반측 절단(Brown–Séquard 증후군)의 특징적 소견을 만든다. 병변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쪽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에서 운동 마비와 진동·고유감각 소실이 나타나고(두 경로 모두 아직 교차하지 않았으므로), 병변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반대쪽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에서 병변보다 한두 분절 아래부터 통각과 온도감각이 소실된다(이미 교차해 올라가고 있으므로). "운동과 촉각은 같은 쪽, 통각과 온도는 반대쪽"이라는 해리된 감각 소실이 핵심이다. 척수공동증에서 중심부가 확장되어 교차하는 섬유를 먼저 누르면 해당 분절에서만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양측 통각·온도 소실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나타나고 촉각은 보존되는 것도 같은 해부로 설명된다.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반사와 운동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반사궁.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가장 단순한 감각–운동 연결이다. 다섯 요소로 이루어진다. 수용기, 구심성 신경, 중추의 연접, 원심성 신경, 효과기다. 무릎반사는 중간에 사이신경세포가 없는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단일시냅스 반사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로, 근방추가 늘어남을 감지하면 같은 근육을 수축시킨다. 굴곡 반사처럼 사이신경세포를 거치는 다시냅스 반사는 느리지만 여러 근육을 조합할 수 있다.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반사가 임상적으로 쓰이는 이유는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경로가 정해져 있기 때문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반사가 사라지면 그 궁의 어딘가가 끊긴 것이고, 반사가 항진되면 위에서 내려오는 억제가 사라진 것이다. 그래서 반사 검사 하나로 상위운동신경세포 병변과 하위운동신경세포 병변을 가를 수 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반사와 운동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/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상위운동신경세포 병변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하위운동신경세포 병변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근긴장도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증가(경직)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감소(이완)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심부건반사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병적 반사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Babinski 양성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근위축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늦고 경미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뚜렷하고 빠름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섬유다발수축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있음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반사와 운동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Golgi 건기관 반사.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근방추 반사가 근육을 수축시킨다면, 건기관 반사는 반대다. 장력이 지나치게 커지면 건기관이 흥분해 사이신경세포를 거쳐 같은 근육의 운동신경세포를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억제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한다. 과도한 힘으로 힘줄이 끊어지는 것을 막는 보호 장치이면서, 동시에 근육이 내는 힘을 일정하게 유지하는 되먹임으로도 작동한다. 길이를 지키는 고리와 장력을 지키는 고리가 함께 돌아가는 구조다.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수의 운동의 세 축.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움직임은 한 경로가 만들지 않는다. 세 체계가 서로 다른 일을 맡는다.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겉질척수로(추체로)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명령을 내린다. 손상되면 마비와 상위운동신경세포 징후가 나타난다.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기저핵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움직임을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시작하고 억제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한다. 원하는 움직임은 통과시키고 원치 않는 움직임은 막는 관문 역할이다. 손상되면 움직임이 부족해지거나(Parkinson 병의 서동) 넘쳐난다(Huntington 병의 무도증).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소뇌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의도한 움직임과 실제 움직임을 비교해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오차를 교정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한다. 손상되면 마비는 없지만 움직임이 부정확해지고(측정 이상) 떨리며(의도 떨림) 균형을 잃는다.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 축의 구분이 임상에서 유용한 이유는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증상의 성격이 다르기 때문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"움직일 수 없다"는 추체로, "움직임이 너무 적거나 많다"는 기저핵, "움직이는데 정확하지 않다"는 소뇌를 가리킨다. 각 체계의 회로는 M04-W06-L01, M04-W06-L02, M04-W06-L03에서 다룬다.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반사와 운동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26</a:t>
            </a:r>
          </a:p>
        </p:txBody>
      </p:sp>
      <p:pic>
        <p:nvPicPr>
          <p:cNvPr id="7" name="Picture 6" descr="fig-motor-control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07" y="1325880"/>
            <a:ext cx="8972281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운동 조절의 세 축과 각각의 손상이 만드는 증상. 겉질척수로가 명령을, 기저핵이 시작과 억제를, 소뇌가 오차 교정을 맡는 분업과 세 체계의 손상에서 나타나는 증상의 성격 차이를 보인다.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참고문헌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M01-W03-L02  ·  동물행동 요약: 감각·행동·학습과 적응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Hall JE, Hall ME. Guyton and Hall Textbook of Medical Physiology. 14th ed. Elsevier; 2021. Unit X–XI.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Kandel ER, et al. Principles of Neural Science. 6th ed. McGraw Hill; 2021.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Purves D, et al. Neuroscience. 6th ed. Sinauer; 2018.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Bear MF, Connors BW, Paradiso MA. Neuroscience: Exploring the Brain. 4th ed. Jones &amp; Bartlett; 2020.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Alcock J, Rubenstein DR. Animal Behavior. 11th ed. Sinauer; 2019.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Tinbergen N. On aims and methods of ethology. Z Tierpsychol. 1963;20(4):410–433.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Hamilton WD. The genetical evolution of social behaviour. J Theor Biol. 1964;7(1):1–52.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Takahashi JS. Transcriptional architecture of the mammalian circadian clock. Nat Rev Genet. 2017;18(3):164–179.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