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Sarcomere의 구성과 수축 시 띠의 변화. 가는 필라멘트와 굵은 필라멘트의 배치, A대·I대·H구역·Z선·M선의 위치, 수축할 때 A대는 변하지 않고 I대와 H구역만 짧아진다는 점, 그리고 Z선에서 M선까지 걸친 titin의 위치를 함께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흥분–수축 짝이음의 경로와 세 근육의 차이. T세관이 신호를 세포 안으로 전달하는 구조, 골격근에서 DHPR과 RyR1이 물리적으로 맞닿아 있는 배치, 심근에서 들어온 Ca²⁺이 더 많은 Ca²⁺ 방출을 유도하는 증폭, 그리고 평활근에서 표적이 calmodulin으로 바뀌는 지점을 함께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M01  인체일반생물학과 기초세포생물학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근육 요약: 근육 유형·수축·운동</a:t>
            </a:r>
          </a:p>
          <a:p>
            <a:r>
              <a:rPr sz="1500" b="0" i="0">
                <a:solidFill>
                  <a:srgbClr val="B9D2E8"/>
                </a:solidFill>
                <a:latin typeface="Malgun Gothic"/>
                <a:ea typeface="Malgun Gothic"/>
                <a:cs typeface="Malgun Gothic"/>
              </a:rPr>
              <a:t>Muscle: Types, Contraction and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M01-W03-L03  ·  1부</a:t>
            </a:r>
          </a:p>
          <a:p>
            <a:r>
              <a:rPr sz="1100" b="0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전체 15절 가운데 9절</a:t>
            </a:r>
          </a:p>
          <a:p>
            <a:r>
              <a:rPr sz="1100" b="0" i="0">
                <a:solidFill>
                  <a:srgbClr val="9FBEDA"/>
                </a:solidFill>
                <a:latin typeface="Malgun Gothic"/>
                <a:ea typeface="Malgun Gothic"/>
                <a:cs typeface="Malgun Gothic"/>
              </a:rPr>
              <a:t>3주 3회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근육이 해결하는 문제를 에너지 변환의 관점에서 규정하고 세 종류 근육을 구조와 조절로 구분한다.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골격근의 구조를 근섬유에서 sarcomere까지 단계적으로 서술하고 각 띠의 구성을 쓴다.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미끄럼 필라멘트 모형의 근거를 수축 시 띠의 변화로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Cross-bridge 주기를 네 단계로 서술하고 각 단계에서 ATP가 하는 일을 구분한다.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5.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흥분–수축 짝이음의 경로를 막전위에서 Ca²⁺ 방출까지 추적하고 세 근육에서의 차이를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6.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신경근 접합부의 구조와 전달 과정을 쓰고 안전 역이 큰 이유를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7.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운동단위의 정의를 쓰고 힘의 크기가 조절되는 두 가지 방식을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8.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길이–장력 관계와 힘–속도 관계를 sarcomere 구조로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9.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근섬유 유형을 대사 특성으로 분류하고 운동 종류와 연결한다.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10.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심근과 평활근이 골격근과 다른 점을 조절 기전으로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11.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 질환을 신경원성과 근원성으로 가르는 기준을 쓰고 대표 질환을 분류한다.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PREREQ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선수지식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M01-W01-L01 순환계 요약: 심장·혈관·혈류와 항상성 — 심근의 수축과 Frank–Starling 기전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M01-W03-L02 동물행동 요약: 감각·행동·학습과 적응 — 운동신경세포, 반사궁, 근방추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M01-W09-L02 생체에너지: 자유에너지와 ATP — ATP와 자유에너지의 기본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근육이 해결하는 문제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골격근의 구조 — 반복되는 단위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미끄럼 필라멘트 모형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Cross-bridge 주기 — 당기는 분자 기계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5.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5. 흥분–수축 짝이음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6.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6. 신경근 접합부와 운동단위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7.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7. 근육의 이완과 Ca²⁺의 회수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8.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8. 수축의 역학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9.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9. 근육과 뼈 — 움직임의 역학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근육이 해결하는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화학 에너지를 기계적 일로 바꾸는 장치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 이 변환을 수행하는 기계가 자동차 엔진과 다른 점이 두 가지 있다.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첫째,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열을 거치지 않는다.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열기관은 연료를 태워 얻은 열로 기체를 팽창시켜 일을 하지만, 근육은 ATP의 가수분해로 얻은 에너지를 단백질의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형태 변화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직접 바꾼다. 열은 부산물이고, 효율은 약 20~25%다. 나머지는 열로 흩어지며 이 열이 체온 유지에 쓰인다. 추울 때 떠는 것이 이 부산물을 적극적으로 쓰는 것이다.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둘째,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분자 하나가 아주 작은 일을 하고 그것을 엄청난 수로 합친다.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myosin 머리 하나가 한 번에 만드는 힘은 몇 피코뉴턴, 움직이는 거리는 약 10 nm에 불과하다. 이 미세한 사건이 한 근육에 10의 17제곱 단위로 모여 수십 킬로그램을 들어 올린다. 근육의 구조가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반복과 정렬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이루어진 이유가 여기에 있다. 작은 힘을 같은 방향으로 쌓으려면 모든 분자가 같은 축에 나란히 놓여야 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 종류의 근육이 이 일을 서로 다른 조건에서 수행한다.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근육이 해결하는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/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골격근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심근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평활근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가로무늬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개, 가장자리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하나, 중앙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하나, 중앙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조절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수의적, 체성 신경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불수의, 자동능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불수의, 자율신경·호르몬·늘어남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 간 연결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없다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gap junction(사이원반)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gap junction(단위형)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Ca²⁺의 출처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거의 전부 sarcoplasmic reticulum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 + 세포 밖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주로 세포 밖 + SR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Ca²⁺의 결합 표적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troponin C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troponin C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calmodulin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수축 속도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느림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피로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유형에 따라 다름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피로하지 않음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피로하지 않음, 적은 에너지로 긴장 유지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근육이 해결하는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표의 마지막 두 행이 각 근육의 쓰임을 설명한다. 골격근은 빠르고 강하게 당기지만 오래 유지하면 지친다. 심근은 평생 쉬지 않고 뛰어야 하므로 피로하지 않아야 한다. 평활근은 혈관과 소화관의 긴장을 몇 시간씩 유지해야 하므로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적은 에너지로 긴장을 붙잡는 방식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필요하다.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근육이 해결하는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092200"/>
          </a:xfrm>
          <a:prstGeom prst="rect">
            <a:avLst/>
          </a:prstGeom>
          <a:solidFill>
            <a:srgbClr val="FFF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8A6300"/>
                </a:solidFill>
                <a:latin typeface="Malgun Gothic"/>
                <a:ea typeface="Malgun Gothic"/>
                <a:cs typeface="Malgun Gothic"/>
              </a:rPr>
              <a:t>핵심 정리 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 근육을 따로 외우지 않는다.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수축의 분자 기계는 같고, 그것을 켜는 방식과 끄는 방식이 다르다.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공통 기계를 먼저 세우고 조절의 차이를 얹으면 세 근육이 하나의 주제로 정리된다.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골격근의 구조 — 반복되는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앞 절에서 근육이 화학 에너지를 기계적 일로 바꾸는 장치라고 했다. 그 변환이 실제로 어디서 일어나는지를 알려면 구조부터 보아야 한다. 근육의 구조에서 가장 중요한 점은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단위가 반복된다는 것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이 반복이 왜 중요한지는 3절에서 드러난다.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골격근은 여러 수준의 다발 구조로 되어 있다. 각 수준마다 결합조직이 감싸고, 이 결합조직이 모여 힘줄이 되어 뼈에 붙는다.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 → 근다발 →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근섬유(근육세포)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근원섬유 →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sarcomere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근섬유.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하나의 근육세포다. 발생 과정에서 여러 근원세포가 융합해 만들어지므로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핵이 여러 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이고, 핵이 세포 가장자리로 밀려나 있다. 길이가 수 cm에 이르는 거대한 세포이며, 하나의 핵이 담당하는 세포질 범위가 제한되어 있으므로 여러 핵이 필요하다.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근원섬유.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근섬유 안을 가득 채운 가는 섬유 다발이다. 지름 약 1~2 μm이며 수축 장치 그 자체다.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Sarcomere.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근원섬유를 길이 방향으로 반복하는 단위이며,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Z선에서 Z선까지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말한다. 안정 시 길이는 약 2.2 μm다. 두 종류의 필라멘트가 규칙적으로 겹쳐 있다.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가는 필라멘트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actin이 중심이고 tropomyosin과 troponin 복합체가 붙어 있다. Z선에 고정되어 가운데로 뻗는다.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굵은 필라멘트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myosin이 다발을 이룬 것이다. 머리 부분이 바깥으로 돌출해 있고, sarcomere 가운데에 M선으로 고정된다.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배열이 현미경에서 줄무늬로 보인다. 띠의 이름과 구성을 정확히 구분해야 다음 절의 논의가 가능하다.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골격근의 구조 — 반복되는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수축 시 변화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굵은 필라멘트의 전체 길이(가는 것과 겹친 부분 포함)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변하지 않는다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I대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가는 필라멘트만 있는 구간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짧아진다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H구역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굵은 필라멘트만 있는 구간(A대 가운데)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짧아진다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Z선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가는 필라멘트가 고정되는 경계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서로 가까워진다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M선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굵은 필라멘트가 고정되는 중앙선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 유지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골격근의 구조 — 반복되는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Titin.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Z선에서 M선까지 걸쳐 있는 거대 단백질이다. 사람 단백질 가운데 가장 크며, 용수철처럼 작동해 굵은 필라멘트를 가운데에 유지하고 과도하게 늘어난 근육을 되돌린다. 근육의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수동 장력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주로 titin에서 나온다.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골격근의 구조 — 반복되는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12</a:t>
            </a:r>
          </a:p>
        </p:txBody>
      </p:sp>
      <p:pic>
        <p:nvPicPr>
          <p:cNvPr id="7" name="Picture 6" descr="fig-sarcomere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08" y="1325880"/>
            <a:ext cx="8947078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Sarcomere의 구성과 수축 시 띠의 변화. 가는 필라멘트와 굵은 필라멘트의 배치, A대·I대·H구역·Z선·M선의 위치, 수축할 때 A대는 변하지 않고 I대와 H구역만 짧아진다는 점, 그리고 Z선에서 M선까지 걸친 titin의 위치를 함께 보인다.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미끄럼 필라멘트 모형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앞 절에서 sarcomere라는 반복 단위를 보았다. 이제 질문은 하나다.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근육이 짧아질 때 그 안에서 무엇이 짧아지는가.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필라멘트 자체가 줄어든다고 생각하기 쉽지만, 현미경 관찰은 다른 답을 가리켰다. 이 절은 그 관찰이 어떻게 모형을 가렸는지를 다룬다.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근육이 짧아질 때 필라멘트 자체가 짧아진다고 생각하기 쉽다. 그러나 관찰은 다른 답을 가리킨다.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근거.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수축하는 근육의 전자현미경 사진에서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A대의 길이는 변하지 않고 I대와 H구역만 짧아진다.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A대는 굵은 필라멘트의 길이이므로, 굵은 필라멘트는 그대로다. I대는 가는 필라멘트 가운데 겹치지 않은 부분이고 H구역은 굵은 필라멘트 가운데 겹치지 않은 부분이므로, 둘이 함께 짧아진다는 것은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겹친 정도가 늘었다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뜻이다.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결론은 하나다. 필라멘트의 길이는 변하지 않고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서로 미끄러져 들어간다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이것이 미끄럼 필라멘트 모형이며, 1950년대에 두 연구 집단이 독립적으로 같은 해에 제안했다.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모형이 중요한 이유는 수축을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분자 수준의 질문으로 바꾸어 놓았기 때문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"근육이 어떻게 짧아지는가"가 "무엇이 두 필라멘트를 서로 미끄러지게 하는가"로 바뀌었고, 답은 myosin 머리가 actin을 붙잡고 당기는 주기적 운동이었다.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Cross-bridge 주기 — 당기는 분자 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앞 절에서 두 필라멘트가 서로 미끄러진다는 데까지 왔다. 그런데 미끄러진다는 것은 현상의 서술이지 기전이 아니다.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무엇이 무엇을 어떻게 당기는가.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이 절은 그 당기는 일을 하는 분자 하나까지 내려가며, ATP가 어느 단계에서 쓰이는지를 함께 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Myosin 머리는 ATP 가수분해효소이면서 동시에 actin 결합 부위를 가진다. 두 성질이 맞물려 주기가 돌아간다. 네 단계로 정리한다.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결합(attachment).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ADP와 Pi를 쥔 myosin 머리가 actin에 결합한다. 이 상태의 머리는 "장전된" 상태로, 이미 ATP 가수분해 에너지를 구조 안에 저장하고 있다.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파워 스트로크(power stroke).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Pi가 떨어져 나가면서 머리가 각도를 바꾸어 약 10 nm 당긴다. 가는 필라멘트가 가운데로 끌려 들어간다. 이어 ADP가 떨어진다.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분리(detachment).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새 ATP가 myosin 머리에 결합하면 actin에 대한 친화도가 급격히 떨어져 머리가 떨어진다.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재장전(cocking).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머리가 ATP를 ADP와 Pi로 가수분해하고, 그 에너지로 원래 각도로 되돌아간다. 다시 1번으로 간다.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ATP가 두 곳에서 쓰인다는 점이 핵심이다.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하나는 4단계의 재장전에서 쓰이고, 다른 하나는 3단계에서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결합한 머리를 떼어 내는 데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쓰인다. 두 번째 역할이 직관에 반한다. ATP는 당기는 데 쓰이는 것이 아니라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놓는 데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쓰인다.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Cross-bridge 주기 — 당기는 분자 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76120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사후 강직(rigor mortis)이 ATP의 두 번째 역할을 증명한다. 사망 후 ATP 생산이 멈추면 myosin 머리를 actin에서 떼어 낼 수 없어 결합이 고정되고 근육이 굳는다. 수축이 아니라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분리의 실패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 몇 시간 뒤 단백질이 분해되면서 풀린다. 같은 논리로, 근육이 이완하는 데에도 에너지가 필요하다는 점을 기억해야 한다. 이완은 수동적 과정이 아니며, Ca²⁺을 SR로 되돌리는 펌프(SERCA)가 ATP를 쓰고 cross-bridge의 분리에도 ATP가 쓰인다. 허혈 상태의 근육이 뻣뻣해지는 것도 같은 기전이다.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Cross-bridge 주기 — 당기는 분자 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조절은 가는 필라멘트에서 일어난다.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안정 상태에서 tropomyosin이 actin의 myosin 결합 부위를 덮고 있다. Ca²⁺이 troponin C에 결합하면 troponin 복합체의 구조가 바뀌고, 이것이 tropomyosin을 옆으로 밀어 결합 부위를 노출시킨다. 즉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Ca²⁺은 기계를 작동시키는 것이 아니라 잠금을 푸는 것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기계는 ATP가 있는 한 언제든 돌 준비가 되어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흥분–수축 짝이음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앞 절에서 분자가 당기는 주기를 보았다. 그 주기를 켜고 끄는 스위치가 Ca²⁺였다. 그러면 남는 질문은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신경의 신호가 어떻게 Ca²⁺ 농도의 변화로 번역되는가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전기 신호와 화학 스위치를 잇는 이 구간이 이 절의 주제이며, 근육 질환과 마취제의 작용점이 여기에 몰려 있다.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운동신경의 신호가 어떻게 Ca²⁺ 방출로 이어지는지를 추적한다. 골격근의 경로는 다음과 같다.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신경근 접합부에서 아세틸콜린이 방출되어 근섬유막을 탈분극시킨다.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활동전위가 근섬유막을 따라 퍼지고,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T세관(transverse tubule)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을 통해 세포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안쪽 깊숙이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전달된다.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T세관 막의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DHPR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(dihydropyridine 수용체, 전압 센서)이 전압 변화를 감지한다.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골격근에서는 DHPR이 sarcoplasmic reticulum 막의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RyR1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(ryanodine 수용체)과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물리적으로 맞닿아 있어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전압 센서의 구조 변화가 기계적으로 RyR을 연다.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5. SR에 저장된 Ca²⁺이 쏟아져 나와 troponin C에 결합하고 수축이 시작된다.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6. SERCA 펌프가 ATP를 써서 Ca²⁺을 SR로 되돌리면 이완한다.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T세관이 필요한 이유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분명히 해야 한다. 근섬유는 지름이 수십 μm로 크므로, 막에서 일어난 탈분극이 확산으로 중심부까지 전달되기를 기다리면 바깥과 안쪽의 수축 시점이 어긋난다. T세관은 막을 안으로 접어 넣어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모든 근원섬유가 동시에 신호를 받게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한다. M01-W01-L01의 확산 거리 문제와 같은 해법이다.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 근육의 차이가 여기서 갈린다.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골격근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DHPR과 RyR1의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물리적 결합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세포 밖 Ca²⁺ 없이도 수축한다.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심근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DHPR이 실제로 Ca²⁺ 통로로 작동해 소량의 Ca²⁺이 들어오고, 이것이 RyR2를 열어 더 많은 Ca²⁺을 방출시킨다(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Ca²⁺ 유도 Ca²⁺ 방출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). 따라서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밖 Ca²⁺이 없으면 수축하지 않는다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평활근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세포 밖에서 들어오는 Ca²⁺의 비중이 크고, 표적이 troponin이 아니라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calmodulin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흥분–수축 짝이음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76120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골격근과 심근의 Ca²⁺ 의존성 차이가 약리학으로 이어진다.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Ca²⁺ 통로 차단제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심근과 평활근의 수축을 줄이지만 골격근에는 거의 영향이 없다. 골격근이 세포 밖 Ca²⁺에 의존하지 않기 때문이다. 또 하나는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악성 고열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RyR1의 변이로 흡입 마취제나 succinylcholine에 노출되면 SR에서 Ca²⁺이 통제 없이 쏟아져 지속적 수축, 극심한 열 발생, 근육 파괴, 고칼륨혈증, 산증이 나타난다. 치료제 dantrolene은 RyR1을 직접 막아 Ca²⁺ 방출을 멈춘다. 기전을 알면 치료가 따라 나오는 전형적인 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흥분–수축 짝이음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19</a:t>
            </a:r>
          </a:p>
        </p:txBody>
      </p:sp>
      <p:pic>
        <p:nvPicPr>
          <p:cNvPr id="7" name="Picture 6" descr="fig-ec-coupling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77" y="1325880"/>
            <a:ext cx="9214541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흥분–수축 짝이음의 경로와 세 근육의 차이. T세관이 신호를 세포 안으로 전달하는 구조, 골격근에서 DHPR과 RyR1이 물리적으로 맞닿아 있는 배치, 심근에서 들어온 Ca²⁺이 더 많은 Ca²⁺ 방출을 유도하는 증폭, 그리고 평활근에서 표적이 calmodulin으로 바뀌는 지점을 함께 보인다.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신경근 접합부와 운동단위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앞 절은 신호가 근섬유막에 도착한 다음의 이야기였다. 그러면 그 신호는 어떻게 거기까지 오는가. 이 절은 한 칸 더 거슬러 올라가 신경과 근육이 만나는 자리를 다룬다. 또 하나의 질문도 함께 다룬다. 근섬유 하나하나를 따로 조절하지 않는다면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힘의 세기는 어떻게 조절하는가.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신경근 접합부.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운동신경 말단과 근섬유막이 만나는 특수한 시냅스다. 과정은 일반 시냅스와 같지만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매우 신뢰도가 높다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점이 다르다.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활동전위가 말단에 도달하면 전압 개폐 Ca²⁺ 통로가 열리고, 들어온 Ca²⁺이 아세틸콜린 소포의 융합을 유발한다. 아세틸콜린이 근섬유막의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니코틴성 수용체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 결합하면 양이온 통로가 열려 탈분극(종판 전위)이 생기고, 이것이 역치를 넘어 활동전위를 만든다. 아세틸콜린은 틈새의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acetylcholinesterase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 의해 빠르게 분해된다.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안전 역(safety factor).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한 번의 방출로 생기는 종판 전위는 역치를 넘기는 데 필요한 양의 서너 배에 이른다. 즉 신호가 거의 100% 전달된다. 중추신경계의 시냅스가 수많은 입력을 합산해 결정하는 것과 달리, 신경근 접합부는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판단하지 않고 전달만 한다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운동신경세포가 이미 결정을 내렸으므로 그 명령이 누락 없이 실행되어야 하기 때문이다.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안전 역이 크다는 사실이 질환의 양상을 설명한다. 수용체가 상당 부분 소실되어도 한동안 증상이 없다가, 역치 아래로 떨어지면 갑자기 증상이 나타난다. 또 반복 자극에서 전달물질 방출이 조금씩 줄어드는 정상적 현상이 정상인에게는 문제가 되지 않지만 안전 역이 줄어든 환자에게는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반복할수록 약해지는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양상으로 드러난다.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신경근 접합부와 운동단위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70759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연계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신경근 접합부 질환은 작용 지점으로 구분한다.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중증근무력증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시냅스 후막의 아세틸콜린 수용체에 대한 자가항체로 수용체 수가 줄어든다. 쓸수록 약해지고 쉬면 회복되며, acetylcholinesterase 억제제가 증상을 호전시킨다.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Lambert–Eaton 증후군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시냅스 전막의 전압 개폐 Ca²⁺ 통로에 대한 자가항체로 방출량 자체가 준다. 반복 자극으로 Ca²⁺이 축적되면 오히려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힘이 좋아지는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특징이 있고, 소세포폐암과 연관이 깊다.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보툴리눔 독소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소포 융합 단백질을 잘라 방출을 막아 이완성 마비를 일으키고,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유기인제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acetylcholinesterase를 억제해 아세틸콜린이 쌓이게 해 지속적 탈분극에 의한 마비를 만든다. 네 질환이 같은 접합부의 네 지점에 대응한다.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신경근 접합부와 운동단위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운동단위(motor unit).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하나의 운동신경세포와 그것이 지배하는 모든 근섬유를 말한다. 한 신경세포가 흥분하면 그 단위의 모든 섬유가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동시에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수축한다. 따라서 운동단위가 근육 조절의 최소 단위다.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운동단위의 크기는 근육의 용도에 따라 크게 다르다. 눈 바깥근육은 한 신경세포가 10개 미만의 섬유를 지배해 정밀한 조절이 가능하고, 장딴지근은 한 신경세포가 1,000개 이상을 지배해 큰 힘을 낸다.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정밀도와 힘은 맞바꾸는 관계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힘의 조절.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근육이 내는 힘은 두 가지로 조절된다.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동원(recruitment)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활성화하는 운동단위의 수를 늘린다. 작은 단위부터 순서대로 동원되며(크기 원리), 그 결과 약한 힘에서는 미세 조절이 가능하고 강한 힘에서는 큰 단위가 더해진다.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빈도 변조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각 운동단위에 가는 활동전위의 빈도를 올린다. 빈도가 높아지면 연축이 겹쳐 쌓여 더 큰 힘이 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근육의 이완과 Ca²⁺의 회수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지금까지는 모두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켜는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쪽이었다. 그런데 근육이 수축한 채로 풀리지 않으면 아무 일도 할 수 없다. 끄는 일은 켜는 일만큼 중요하고, 뜻밖에도 에너지가 더 많이 든다. 이 절은 그 이유와, 끄는 일이 실패했을 때 각 근육에서 무엇이 일어나는지를 다룬다.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수축을 끄는 일은 켜는 일만큼 중요하고, 에너지도 더 많이 든다. 이완이 실패하면 근육이 풀리지 않고, 심장에서는 충만이 되지 않으며, 혈관에서는 긴장이 유지된다.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Ca²⁺을 되돌리는 세 경로.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세포질의 Ca²⁺ 농도를 안정 시 수준(약 10⁻⁷ M)으로 되돌려야 troponin에서 Ca²⁺이 떨어지고 tropomyosin이 결합 부위를 다시 덮는다.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SERCA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sarcoplasmic reticulum 막의 Ca²⁺ 펌프로, ATP를 써서 Ca²⁺을 SR 안으로 되돌린다. 골격근에서 회수의 대부분을 담당한다.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Na⁺/Ca²⁺ 교환체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막을 가로질러 Na⁺ 세 개를 들여오며 Ca²⁺ 하나를 내보낸다. 심근에서 비중이 크다.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막의 Ca²⁺-ATPase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세포 밖으로 직접 퍼낸다.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이완에도 ATP가 든다.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SERCA 펌프가 소비하는 ATP는 안정 시 세포 에너지의 상당 부분을 차지하며, 수축 중에는 cross-bridge만큼 쓰기도 한다. 근육을 쉬게 하는 일이 공짜가 아니라는 점이 중요하다. 허혈이나 ATP 고갈에서 근육이 뻣뻣해지는 것은 cross-bridge가 떨어지지 못하는 것과 Ca²⁺이 회수되지 못하는 것이 겹친 결과다.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이완 속도의 조절.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심근에서 이완 속도는 조절 대상이다. 교감신경 자극에서 PKA가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phospholamban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인산화하면, 평소 SERCA를 억제하고 있던 이 단백질의 억제가 풀려 Ca²⁺ 회수가 빨라진다. 그 결과 심박수가 올라가도 충만 시간이 확보된다. 수축력 증가와 이완 가속이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신호로 함께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일어나는 설계이며, 둘 중 하나만 올라가면 빠른 심박수에서 심장이 제대로 채워지지 않는다.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근육의 이완과 Ca²⁺의 회수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76120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심근에서 digoxin의 작용 경로가 이 절의 구조를 그대로 따른다. Digoxin은 Na⁺/K⁺-ATPase를 억제해 세포 안 Na⁺를 올린다. Na⁺ 기울기가 줄면 Na⁺/Ca²⁺ 교환체가 Ca²⁺을 내보내는 능력이 떨어지고, 그 결과 세포 안과 SR의 Ca²⁺이 늘어 수축력이 커진다. 중요한 것은 이 약이 수축 단백질에 직접 작용하지 않고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Ca²⁺ 회수 경로를 막아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간접적으로 작용한다는 점이다. 같은 이유로 치료 영역이 좁다. Ca²⁺이 과도하게 쌓이면 지연 후탈분극을 일으켜 부정맥이 생기며, 저칼륨혈증에서 독성이 커지는 것은 K⁺가 적을수록 digoxin이 펌프에 더 잘 결합하기 때문이다.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수축의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여기까지로 한 번의 수축이 어떻게 켜지고 꺼지는지를 다 보았다. 그런데 실제 움직임은 한 번의 수축으로 이루어지지 않는다. 신호가 연달아 오고, 근육의 길이도 그때그때 다르다. 이 절은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조건이 바뀌면 같은 근육이 내는 힘이 어떻게 달라지는지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다룬다.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연축과 강축.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한 번의 활동전위로 생기는 짧은 수축이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연축(twitch)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이다. 활동전위가 끝나기 전에 다음 자극이 오면 수축이 겹쳐 쌓이고(가중), 자극이 충분히 빠르면 개별 연축이 구분되지 않는 지속적 수축인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강축(tetanus)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이 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가중이 가능한 이유는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활동전위보다 수축이 훨씬 길기 때문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골격근에서 활동전위는 수 ms이고 불응기도 짧은데 연축은 수십 ms 지속되므로, 이전 수축이 끝나기 전에 다음 자극을 줄 수 있다. 심근에서는 반대다. 활동전위의 평탄기가 길어 불응기가 수축 기간 거의 전체를 덮으므로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가중이 일어날 수 없고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따라서 심근은 강축에 빠지지 않는다. 심장이 수축과 이완을 반드시 번갈아 해야 하므로 필수적인 성질이다(M01-W01-L01).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길이–장력 관계.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근육이 낼 수 있는 힘은 수축 시작 시점의 길이에 따라 달라지며, 중간 길이에서 최대가 되는 종 모양 곡선을 그린다. Sarcomere 구조로 설명된다.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너무 짧으면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가는 필라멘트들이 서로 겹쳐 방해하고 굵은 필라멘트가 Z선에 닿아 힘이 준다.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최적 길이(약 2.0~2.2 μm)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겹침이 최대이면서 방해가 없어 가장 많은 cross-bridge가 형성된다.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너무 길면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겹침이 줄어 형성 가능한 cross-bridge가 줄고 힘이 준다.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관계가 심장에서 Frank–Starling 기전의 분자적 근거가 된다. 다만 심근은 정상 범위에서 최적 길이보다 짧은 쪽에 있어, 늘어날수록 힘이 커지는 구간에서 작동한다.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힘–속도 관계.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부하가 클수록 수축 속도가 느려지고, 부하가 최대 장력에 이르면 속도가 0이 된다. 부하가 없으면 속도가 최대다. Cross-bridge 주기의 속도가 한정되어 있기 때문이며, 무거운 것을 들 때 천천히 움직이는 것이 이 관계의 일상적 표현이다.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직렬 탄성 요소.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근육이 힘을 내도 그 힘이 곧바로 뼈에 전달되지는 않는다. 힘줄과 결합조직이 먼저 늘어나기 때문이다. 이 성질이 두 가지 결과를 만든다. 하나는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힘 발생의 지연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으로, 수축이 시작되고 장력이 뼈에 전해지기까지 시간이 걸린다. 다른 하나는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에너지 저장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늘어난 힘줄이 용수철처럼 에너지를 저장했다가 되돌려주므로, 달리기나 점프에서 근육이 하는 일의 상당 부분을 힘줄이 대신한다. 쪼그렸다가 바로 뛰면 더 높이 뛰는 것이 저장된 탄성 에너지를 쓰기 때문이다.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수축의 종류.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힘과 길이의 조합으로 나눈다.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등장성 수축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장력이 일정하고 길이가 변하는 것,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등척성 수축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길이가 변하지 않고 장력만 변하는 것이다. 물건을 들어 올리는 것이 전자, 무거운 것을 든 채 버티는 것이 후자다. 근육이 늘어나면서 장력을 내는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신장성 수축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도 있으며, 계단을 내려갈 때 넙다리네갈래근이 이렇게 작동한다. 신장성 수축은 같은 힘을 내면서 에너지를 적게 쓰지만 근손상을 가장 많이 일으킨다.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09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9. 근육과 뼈 — 움직임의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앞 절까지는 근육이 내는 힘 자체를 다루었다. 그런데 그 힘이 곧 몸이 내는 힘은 아니다. 힘은 뼈라는 지렛대를 거쳐 전달되고, 그 과정에서 크기와 속도가 서로 바뀐다. 근육이 아주 센데도 들 수 있는 무게가 생각보다 작은 이유가 여기에 있다.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근육이 내는 힘이 곧 몸이 내는 힘은 아니다. 힘은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뼈라는 지렛대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통해 전달되며, 그 과정에서 크기와 속도가 교환된다.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지렛대의 세 종류.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관절이 받침점, 근육이 힘점, 부하가 작용점이다. 셋의 배치에 따라 세 종류로 나뉜다.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1종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받침점이 가운데. 목뼈 위에서 머리를 뒤로 젖히는 뒤통수 근육이 그렇다.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2종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부하가 가운데. 발끝으로 서는 동작에서 발허리발가락관절이 받침점, 몸무게가 부하, 장딴지근이 힘점이다. 힘에서 이득을 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3종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힘점이 가운데.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몸에서 가장 흔한 형태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 팔꿈치를 굽히는 위팔두갈래근이 전형으로, 근육이 붙는 자리가 관절에 매우 가깝다.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3종 지렛대가 흔하다는 사실이 중요한 결과를 낳는다. 근육의 부착점이 관절에 가까우므로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모멘트 팔이 짧고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따라서 근육은 부하보다 훨씬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큰 힘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내야 한다. 손에 5 kg을 들고 있을 때 위팔두갈래근은 수십 kg에 해당하는 힘을 낸다. 역학적으로는 손해다.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그런데 이 설계가 선택된 이유가 있다. 손해를 보는 대신 얻는 것이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속도와 운동 범위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 근육이 조금만 짧아져도 손끝은 크게 움직인다. 근육이 1 cm 수축할 때 손은 10 cm 이상 이동한다. 몸이 필요로 한 것은 무거운 것을 천천히 드는 능력이 아니라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팔다리를 빠르게 휘두르는 능력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이었다는 뜻이다.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근육의 배열.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같은 부피의 근육이라도 섬유의 배열에 따라 성질이 달라진다.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평행 배열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섬유가 근육의 긴 축과 나란하다. 섬유가 길어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수축 거리와 속도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에서 유리하다. 넙다리빗근이 그렇다.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깃 배열(pennate)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섬유가 힘줄에 비스듬히 붙는다. 같은 부피에 더 많은 섬유를 채울 수 있어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생리적 단면적이 커지고 힘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에서 유리하다. 대신 섬유가 짧아 수축 거리가 줄고, 비스듬한 각도 때문에 힘의 일부가 손실된다. 넙다리곧은근과 장딴지근이 그렇다.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근육이 내는 최대 힘은 부피가 아니라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생리적 단면적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즉 모든 섬유를 가로지르는 단면의 합에 비례한다. 깃 배열이 힘에서 유리한 이유가 이 때문이다.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관절 각도와 힘.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같은 근육이라도 관절 각도에 따라 낼 수 있는 토크가 달라진다. 두 요인이 겹친다. 하나는 7절의 길이–장력 관계로, 각도에 따라 sarcomere 길이가 달라진다. 다른 하나는 모멘트 팔로, 각도에 따라 힘이 작용하는 지렛대의 길이가 달라진다. 두 곡선의 곱이 실제 토크 곡선이며, 그래서 팔씨름이나 역도에서 특정 각도에서 유독 힘이 약해지는 구간이 생긴다.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09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9. 근육과 뼈 — 움직임의 역학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681480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근육의 작용을 외울 때는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힘줄이 관절 축의 어느 쪽을 지나는가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보면 된다. 관절 축의 앞을 지나면 굽히고 뒤를 지나면 편다. 이 원리로 두 관절을 지나는 근육(이관절근)의 작용도 예측된다. 넙다리두갈래근은 엉덩관절 뒤와 무릎 뒤를 지나므로 엉덩관절을 펴고 무릎을 굽힌다. 또 이관절근은 한 관절에서 짧아지는 동안 다른 관절에서 늘어날 수 있어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전체 길이 변화가 작게 유지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되며, 길이–장력 곡선의 유리한 구간에 머물 수 있다. 걷기와 달리기에서 에너지 효율이 높은 이유 가운데 하나다.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참고문헌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M01-W03-L03  ·  근육 요약: 근육 유형·수축·운동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Hall JE, Hall ME. Guyton and Hall Textbook of Medical Physiology. 14th ed. Elsevier; 2021. Unit II, Membrane Physiology, Nerve, and Muscle.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Boron WF, Boulpaep EL. Medical Physiology. 3rd ed. Elsevier; 2017. Section III, Cellular Physiology of Muscle.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Alberts B, et al. Molecular Biology of the Cell. 7th ed. Chapter 16: The Cytoskeleton. W.W. Norton; 2022.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MacIntosh BR, Gardiner PF, McComas AJ. Skeletal Muscle: Form and Function. 2nd ed. Human Kinetics; 2006.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Huxley AF, Niedergerke R. Structural changes in muscle during contraction. Nature. 1954;173(4412):971–973.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Huxley H, Hanson J. Changes in the cross-striations of muscle during contraction and stretch. Nature. 1954;173(4412):973–976.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Rosenberg H, et al. Malignant hyperthermia: a review. Orphanet J Rare Dis. 2015;10:93.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Cruz-Jentoft AJ, Sayer AA. Sarcopenia. Lancet. 2019;393(10191):2636–2646.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