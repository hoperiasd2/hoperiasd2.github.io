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재형성 단위의 작동 순서와 RANKL·OPG 체계. 활성화에서 흡수, 역전, 형성에 이르는 네 단계와 흡수가 빠르고 형성이 느린 비대칭, osteoblast 계열 세포가 RANKL과 OPG의 비율로 osteoclast를 지휘하는 구조, 그리고 주요 치료제의 작용 지점을 함께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M01  인체일반생물학과 기초세포생물학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골학 요약: 골격·관절·뼈의 재형성</a:t>
            </a:r>
          </a:p>
          <a:p>
            <a:r>
              <a:rPr sz="1500" b="0" i="0">
                <a:solidFill>
                  <a:srgbClr val="B9D2E8"/>
                </a:solidFill>
                <a:latin typeface="Malgun Gothic"/>
                <a:ea typeface="Malgun Gothic"/>
                <a:cs typeface="Malgun Gothic"/>
              </a:rPr>
              <a:t>Skeletal System: Bone, Joints and Remodelling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M01-W04-L01  ·  1부</a:t>
            </a:r>
          </a:p>
          <a:p>
            <a:r>
              <a:rPr sz="1100" b="0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전체 15절 가운데 9절</a:t>
            </a:r>
          </a:p>
          <a:p>
            <a:r>
              <a:rPr sz="1100" b="0" i="0">
                <a:solidFill>
                  <a:srgbClr val="9FBEDA"/>
                </a:solidFill>
                <a:latin typeface="Malgun Gothic"/>
                <a:ea typeface="Malgun Gothic"/>
                <a:cs typeface="Malgun Gothic"/>
              </a:rPr>
              <a:t>4주 1회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뼈가 수행하는 다섯 가지 기능을 들고 구조가 그 기능을 어떻게 뒷받침하는지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 기질의 두 성분을 쓰고 각각이 담당하는 기계적 성질을 구분한다.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뼈의 네 가지 세포를 기원과 역할로 구분하고 osteocyte가 감지자로 작동하는 방식을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치밀뼈와 해면뼈의 구조 차이를 기능과 연결하고 osteon의 구성을 서술한다.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5.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막내골화와 연골내골화를 비교하고 어느 뼈가 어느 방식으로 생기는지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6.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성장판의 구역을 순서대로 쓰고 길이 성장이 멈추는 기전을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7.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재형성 단위의 작동 순서를 쓰고 RANKL·OPG 체계가 균형을 정하는 방식을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8.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칼슘 항상성에서 뼈가 맡는 역할을 PTH와 vitamin D의 작용으로 서술한다.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9.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기계적 자극이 뼈 구조를 바꾸는 과정을 감지와 반응으로 나누어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10.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관절의 세 종류를 구분하고 윤활관절의 구성 요소와 연골의 성질을 설명한다.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11.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뼈와 관절 질환을 기질, 무기질화, 재형성 균형, 연골의 네 범주로 분류한다.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PREREQ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선수지식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M01-W02-L02 내분비계 요약 — PTH, vitamin D, 칼슘 항상성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M01-W03-L01 발생 요약 — 중배엽과 신경능, 체절과 사지 발생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M01-W03-L03 근육 요약 — 지렛대와 근육이 뼈에 가하는 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1.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뼈가 해결하는 문제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2.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골격의 구성 — 두 부분으로 나누어 본다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3.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뼈 기질 — 두 성분이 나누어 맡는 성질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4.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뼈의 세포 — 네 종류와 그 관계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5.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5. 뼈의 구조 — 같은 재료, 두 가지 배열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6.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6. 뼈의 형성 — 두 가지 방식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7.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7. 성장판 — 길이는 어떻게 늘어나는가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8.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8. 재형성 — 뼈가 끊임없이 바뀌는 방식</a:t>
            </a:r>
          </a:p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9.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9. 칼슘 항상성에서 뼈가 맡는 역할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뼈가 해결하는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뼈를 단단한 지지 구조로만 보면 중요한 성질을 놓친다. 뼈는 다섯 가지 일을 동시에 하며, 그 가운데 몇 가지는 서로 모순되는 요구를 낸다.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지지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몸의 형태를 유지하고 중력에 맞선다.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보호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머리뼈가 뇌를, 갈비뼈가 심장과 폐를, 척추가 척수를 감싼다.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운동의 지렛대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근육이 당기는 힘을 움직임으로 바꾼다(M01-W03-L03).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무기질 저장소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몸 칼슘의 약 99%와 인의 약 85%가 뼈에 있다. 혈중 농도를 유지하기 위한 창고다.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조혈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긴뼈의 골수에서 혈액세포가 만들어진다.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여기서 핵심 긴장 관계가 드러난다.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지지를 위해서는 단단하고 변하지 않아야 하고, 무기질 저장소로서는 쉽게 꺼내 쓸 수 있어야 한다.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두 요구를 동시에 만족하기 위해 뼈는 겉보기와 달리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끊임없이 허물고 다시 짓는 조직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되었다. 성인에서도 해마다 전체 골격의 약 10%가 교체되며, 골격 전체가 약 10년에 한 번 갈린다.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여기에 또 하나의 요구가 겹친다.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가벼워야 한다.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무거운 골격은 움직임의 비용을 올린다. 그래서 뼈는 같은 재료로 최대의 강도를 내는 구조를 택했고, 그 결과가 속이 빈 관 모양의 뼈대와 힘의 방향을 따라 배열된 내부 기둥이다.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뼈가 해결하는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092200"/>
          </a:xfrm>
          <a:prstGeom prst="rect">
            <a:avLst/>
          </a:prstGeom>
          <a:solidFill>
            <a:srgbClr val="FFF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8A6300"/>
                </a:solidFill>
                <a:latin typeface="Malgun Gothic"/>
                <a:ea typeface="Malgun Gothic"/>
                <a:cs typeface="Malgun Gothic"/>
              </a:rPr>
              <a:t>핵심 정리 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뼈를 공부할 때 가장 중요한 전환은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뼈를 구조물이 아니라 대사 조직으로 보는 것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골다공증은 구조물이 낡은 것이 아니라 허무는 속도와 짓는 속도의 균형이 깨진 것이고, 골절의 치유는 수리가 아니라 조직의 재생이다.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골격의 구성 — 두 부분으로 나누어 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사람의 골격은 성인 기준 약 206개의 뼈로 이루어진다. 신생아는 더 많은 약 270개로 시작해 자라면서 일부가 융합한다. 엉치뼈가 다섯 개의 척추뼈가 합쳐진 것이고 꼬리뼈도 여러 개가 합쳐진 것이다.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골격은 기능에 따라 두 부분으로 나뉘며, 이 구분이 발생 기원과도 대체로 일치한다.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축성 골격(axial skeleton, 약 80개).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몸의 중심축을 이루고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보호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주로 담당한다. 머리뼈, 척추, 갈비뼈, 복장뼈다.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척추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목뼈 7, 등뼈 12, 허리뼈 5, 엉치뼈(융합), 꼬리뼈(융합). 옆에서 보면 네 개의 굽이가 있다. 목과 허리는 앞으로, 등과 엉치는 뒤로 볼록하다. 이 굽이가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용수철처럼 충격을 흡수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하므로, 곧은 기둥보다 훨씬 큰 하중을 견딘다. 태아기에는 전체가 뒤로 볼록한 하나의 굽이였다가, 목을 들면서 목의 굽이가, 걷기 시작하면서 허리의 굽이가 생긴다. 이차 굽이가 발달 과정의 산물이라는 점이 중요하다.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갈비뼈와 복장뼈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흉곽을 이루어 심장과 폐를 보호하면서 동시에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움직여야 한다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호흡에서 흉곽이 커지고 작아지는 기전은 M01-W01-L02에서 다루었다.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사지 골격(appendicular skeleton, 약 126개).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팔다리와 그것을 몸통에 붙이는 이음뼈로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운동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담당한다. 팔이음뼈(빗장뼈, 어깨뼈), 팔, 다리이음뼈(볼기뼈), 다리다.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위팔과 다리의 대비가 설계 원리를 보여 준다.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둘은 발생학적으로 같은 틀에서 나왔지만 요구가 달라 다르게 다듬어졌다.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골격의 구성 — 두 부분으로 나누어 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/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어깨–팔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엉덩–다리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 범위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안정성과 체중 지지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관절 깊이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얕다(접시오목)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깊다(절구)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이음뼈의 결합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빗장뼈 한 곳에서만 몸통과 관절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엉치뼈와 단단히 결합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탈구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흔하다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드물고 큰 외력이 필요하다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뼈의 굵기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가늘다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굵다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골격의 구성 — 두 부분으로 나누어 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어깨관절은 사람 몸에서 가장 운동 범위가 큰 관절이면서 가장 자주 탈구되는 관절이다. 10절에서 볼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움직임과 안정성의 교환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같은 몸 안에서 두 방향으로 극단화된 예다.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뼈의 모양에 따른 분류.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긴뼈(넙다리뼈, 위팔뼈), 짧은뼈(손목뼈, 발목뼈), 납작뼈(머리뼈, 갈비뼈, 어깨뼈), 불규칙뼈(척추뼈, 얼굴뼈), 종자뼈(무릎뼈)로 나눈다. 종자뼈는 힘줄 안에 생긴 뼈로, 무릎뼈가 대표적이다. 힘줄이 관절에서 꺾이는 각도를 키워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모멘트 팔을 늘리는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역할을 한다. 무릎뼈를 제거하면 넙다리네갈래근의 효율이 크게 떨어지는 이유이며, M01-W03-L03의 지렛대 원리가 뼈 자체의 형태로 구현된 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뼈 기질 — 두 성분이 나누어 맡는 성질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뼈의 세포바깥 기질은 두 성분의 복합체다. 이 조합이 뼈의 기계적 성질을 정한다.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유기 성분(약 35%).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대부분이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I형 collagen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질긴 섬유가 서로 엮여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인장 강도와 유연성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담당한다. Collagen이 없으면 뼈는 분필처럼 부서진다.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무기 성분(약 65%).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칼슘과 인이 결정을 이룬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hydroxyapatite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압축 강도와 단단함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담당한다. 무기질이 없으면 뼈는 고무처럼 휜다.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 성분의 역할 분담은 간단한 실험으로 확인된다. 뼈를 산에 담가 무기질을 녹이면 모양은 유지되지만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고무처럼 휘고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반대로 태워서 유기 성분을 없애면 형태는 남지만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바스러진다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복합 재료의 전형이며, 철근(collagen)과 콘크리트(hydroxyapatite)의 관계에 비유되곤 하지만 더 정확히 말하면 두 성분이 나노 수준에서 교직된 구조다.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뼈 기질 — 두 성분이 나누어 맡는 성질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70759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연계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두 성분의 이상이 서로 다른 질환을 만든다.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골형성부전증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I형 collagen 유전자의 변이로 유기 성분이 부실해져 뼈가 쉽게 부러진다. 같은 collagen이 공막에도 있으므로 공막이 얇아져 푸르게 보이고, 귀의 뼈가 약해 난청이 동반되기도 한다. 반면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구루병과 골연화증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무기질화가 부족한 상태다. 기질은 정상적으로 만들어지는데 칼슘과 인이 충분히 침착되지 않아 뼈가 물러진다. 성장판이 열려 있는 소아에서는 성장판이 변형되어 다리가 휘고(구루병), 성인에서는 통증과 미세 골절이 나타난다(골연화증). 골다공증과 혼동하기 쉬운데, 골다공증은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정상적으로 무기질화된 뼈의 양이 줄어든 것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이고 골연화증은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양은 있으나 무기질화가 안 된 것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뼈의 세포 — 네 종류와 그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Osteoprogenitor 세포.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중간엽 줄기세포에서 온 전구세포다. 골막과 골내막에 있다가 필요할 때 osteoblast로 분화한다.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Osteoblast.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뼈를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짓는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세포다. 기질 단백질, 주로 I형 collagen을 분비하고(이 단계의 아직 무기질화되지 않은 기질을 osteoid라 한다) 무기질화를 준비한다.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Alkaline phosphatase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를 다량 발현하므로, 혈중 alkaline phosphatase가 뼈 형성 활동의 지표가 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Osteocyte.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Osteoblast가 자기가 만든 기질에 갇혀 변한 세포다. 전체 뼈세포의 90% 이상을 차지한다. 작은 공간(lacuna)에 들어앉아 가느다란 돌기를 통로(canaliculi)로 뻗어 이웃 osteocyte 및 표면의 세포와 연결된다. 오랫동안 수동적인 '은퇴한 세포'로 여겨졌으나, 지금은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뼈의 감지자이자 조절자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본다. 기계적 자극을 감지하고, RANKL과 sclerostin을 분비해 재형성의 방향을 지시한다.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Osteoclast.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뼈를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허무는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세포다. 다른 셋과 기원이 다르다는 점이 중요하다. 중간엽이 아니라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단핵구·대식세포 계통의 조혈 전구세포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융합해 만들어진 다핵 거대세포다. 뼈 표면에 밀착해 밀폐 공간을 만들고, 그 안으로 H⁺를 퍼내 산성 환경을 만들어 무기질을 녹이고 단백질 분해 효소로 collagen을 분해한다.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뼈의 세포 — 네 종류와 그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70759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Osteoclast가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조혈 계통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에서 온다는 사실이 여러 문제의 열쇠다. 첫째, 골수 이식으로 osteoclast가 교체될 수 있으므로 osteoclast 기능 이상에 의한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골화석증(osteopetrosis)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이 골수 이식으로 치료된다. 둘째, osteoclast가 산을 분비하는 데 쓰는 효소가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carbonic anhydrase II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이므로 이 효소의 결핍은 골화석증과 신세뇨관 산증을 함께 일으킨다. 셋째, 골화석증에서는 뼈가 비정상적으로 두꺼워지는데도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골절이 잦다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낡은 뼈가 교체되지 않아 미세 손상이 쌓이기 때문이며, 뼈가 많다고 튼튼한 것이 아니라는 점을 보여 준다. 또 골수 공간이 좁아져 빈혈과 감염이 생기고, 신경이 지나는 구멍이 좁아져 뇌신경 마비가 올 수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뼈의 세포 — 네 종류와 그 관계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네 세포의 관계.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Osteoblast와 osteoclast는 독립적으로 일하지 않는다.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Osteoclast의 분화와 활성을 지시하는 것은 osteoblast 계열 세포와 osteocyte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 6절에서 보겠지만 이 지휘 관계가 재형성 조절의 중심이다.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뼈의 구조 — 같은 재료, 두 가지 배열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뼈는 두 가지 형태로 배열된다. 재료는 같고 배열만 다르다.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치밀뼈(compact bone).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긴뼈의 몸통 바깥층을 이룬다. 기본 단위는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osteon(Haversian 계)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으로, 중심관을 동심원의 층판이 둘러싼 원통 구조다. 중심관에 혈관과 신경이 지나고, 층판 사이의 lacuna에 osteocyte가 들어 있으며 canaliculi로 중심관과 연결된다. 영양 공급 거리가 제한되므로 osteon의 지름이 일정 범위를 넘지 않는다.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해면뼈(spongy bone).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긴뼈의 끝부분과 척추뼈 몸통을 채운다. 얇은 기둥(trabecula)이 그물처럼 얽힌 구조이며 사이 공간에 골수가 있다. 기둥들은 무작위로 놓이지 않고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힘이 전달되는 방향을 따라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배열된다.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 배열의 분업이 설계의 핵심이다. 치밀뼈는 긴 축을 따라 오는 힘에 강하고, 해면뼈는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적은 재료로 넓은 부피를 지탱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하면서 충격을 분산한다. 긴뼈의 끝에서 관절면으로부터 오는 힘이 여러 방향으로 들어오므로 해면뼈가 적합하고, 몸통에서는 굽힘에 저항해야 하므로 바깥쪽에 재료를 모은 관 구조가 적합하다.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 구조가 유리한 이유.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굽힘에 대한 저항은 재료가 중심축에서 멀수록 커진다. 따라서 같은 양의 재료라면 가운데를 비우고 바깥에 배치하는 것이 훨씬 강하다. 속이 빈 뼈는 재료를 아낀 결과가 아니라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강도를 최대화한 결과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 가운데 빈 공간이 골수로 쓰이므로 낭비도 없다.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긴뼈의 구역.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몸통을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골간(diaphysis)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양 끝의 부푼 부분을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골단(epiphysis)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그 사이를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골간단(metaphysis)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이라 한다. 성장기에는 골단과 골간단 사이에 성장판이 있다. 이 구분이 임상에서 중요한 이유는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혈액 공급과 병변의 호발 부위가 구역마다 다르기 때문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소아 골수염과 골육종이 성장이 활발한 골간단에 호발하는 것이 그 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뼈의 형성 — 두 가지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뼈는 두 가지 방식으로 만들어진다. 어느 방식으로 만들어졌는지가 그 뼈의 발생 기원과 손상 후 치유 방식에 영향을 준다.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막내골화(intramembranous ossification).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중간엽 세포가 직접 osteoblast로 분화해 뼈를 만든다. 연골 단계를 거치지 않는다.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머리뼈의 납작뼈, 얼굴뼈, 빗장뼈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이 방식으로 생긴다. 신생아의 숫구멍은 이 과정이 아직 완료되지 않은 자리이며, 출산 시 머리뼈가 겹쳐 좁은 산도를 통과할 수 있게 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연골내골화(endochondral ossification).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먼저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유리연골로 된 모형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만들고 그것을 뼈로 치환한다.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몸의 대부분의 뼈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특히 긴뼈가 이 방식으로 생긴다. 순서는 다음과 같다.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중간엽이 연골 모형을 만든다.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모형 가운데의 연골세포가 비대해지고 주변 기질이 무기질화되며 연골세포가 사멸한다.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혈관이 침입하고 osteoblast가 따라 들어와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일차 골화 중심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만든다.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출생 전후로 양 끝에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이차 골화 중심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생긴다.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5. 두 골화 중심 사이에 연골이 남아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성장판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되고, 관절면에는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관절연골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남는다.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차이가 남기는 흔적.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연골내골화로 만들어진 뼈는 성장판을 가지므로 길이 성장이 가능하고, 성장판이 닫힌 뒤에는 길이가 늘지 않는다. 막내골화로 생긴 머리뼈는 성장판이 없고 봉합선에서 가장자리가 더해지며 자란다. 말단비대증에서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길이가 아니라 굵기와 턱, 이마가 커지는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것이 이 차이로 설명된다(M01-W02-L02).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성장판 — 길이는 어떻게 늘어나는가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성장판은 질서 있게 배열된 구역들로 이루어지며, 각 구역이 서로 다른 단계를 보여 준다. 골단에서 골간 쪽으로 순서대로 다음과 같다.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성장판 — 길이는 어떻게 늘어나는가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구역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일어나는 일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휴지 구역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 연골세포가 대기한다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증식 구역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연골세포가 분열해 세로로 줄지어 쌓인다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비대 구역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세포가 크게 부풀고 기질을 변화시킨다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석회화 구역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기질이 무기질화되고 연골세포가 사멸한다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골화 구역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혈관과 osteoblast가 들어와 뼈로 치환한다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성장판 — 길이는 어떻게 늘어나는가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길이 성장의 실질은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증식 구역에서 세포가 늘어나고 비대 구역에서 세포가 커지는 것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비대에 의한 부피 증가가 성장 속도에 기여하는 몫이 생각보다 크다.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성장판이 닫히는 기전.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사춘기에 성호르몬, 특히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estrogen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올라가면 증식 구역의 세포가 고갈되고 성장판 전체가 뼈로 치환된다. 남성에서도 testosterone이 aromatase로 estrogen이 되어 작용하므로, aromatase 결핍이나 estrogen 수용체 결함이 있으면 성인이 되어도 키가 계속 자란다(M01-W02-L02).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성장판 — 길이는 어떻게 늘어나는가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76120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성장판이 열려 있다는 사실이 소아 골절의 양상을 결정한다. 성장판은 주변 뼈보다 약하므로, 성인이라면 인대가 파열될 외력에서 소아는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성장판이 먼저 분리된다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성장판 손상의 분류(Salter–Harris)는 골절선이 성장판을 기준으로 어디를 지나는지를 본다. 골절선이 성장판만 지나거나 골간단 또는 골단 쪽으로 비스듬히 빠지는 유형은 비교적 예후가 좋지만,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성장판을 가로질러 관절면까지 침범하거나 성장판이 압박으로 으스러진 유형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성장 정지와 변형을 남긴다. 또 소아의 뼈는 골막이 두껍고 유연해 완전히 부러지지 않고 한쪽만 꺾이는 생나무 골절이 생긴다. 소아의 뼈를 작은 성인의 뼈로 보면 안 되는 이유다.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재형성 — 뼈가 끊임없이 바뀌는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재형성(remodelling)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은 기존의 뼈를 허물고 같은 자리에 새 뼈를 짓는 과정이다. 성장이나 치유와 다르다. 모양을 바꾸지 않으면서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재료를 교체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하는 것이 목적이다.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왜 필요한가. 세 가지 이유가 있다.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미세 손상의 제거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반복되는 하중으로 생긴 미세 균열을 그대로 두면 쌓여서 피로 골절이 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무기질의 동원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혈중 칼슘이 필요할 때 뼈에서 꺼내 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구조의 최적화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하중의 분포가 바뀌면 그에 맞게 배열을 조정한다.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기본 다세포 단위(BMU).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재형성은 osteoclast와 osteoblast가 한 팀을 이루어 한 자리에서 순서대로 작업하는 방식으로 일어난다. 순서가 정해져 있다.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활성화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osteocyte가 미세 손상이나 신호를 감지하고 osteoclast 전구세포를 부른다.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흡수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osteoclast가 약 2~3주에 걸쳐 뼈를 파낸다.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역전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osteoclast가 사멸하고 osteoblast가 모인다.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형성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osteoblast가 약 3개월에 걸쳐 osteoid를 채우고 무기질화한다.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흡수는 빠르고 형성은 느리다.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이 비대칭이 임상적으로 중요하다. 재형성 속도 자체가 올라가면(고회전 상태) 어느 시점에나 '파였지만 아직 채워지지 않은' 자리가 많아져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골량이 순감소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한다. 폐경 후 골소실이 빠른 이유가 재형성 빈도의 증가에 있고, 그래서 흡수를 억제하는 약이 효과를 낸다.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RANKL–RANK–OPG 체계.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Osteoclast의 분화와 활성을 정하는 핵심 축이다.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RANKL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osteoblast 계열 세포와 osteocyte가 분비한다. Osteoclast 전구세포의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RANK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 결합해 분화와 활성을 일으킨다.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OPG(osteoprotegerin)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같은 세포들이 분비하는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미끼 수용체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다. RANKL을 가로채 RANK에 닿지 못하게 한다.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따라서 뼈의 흡수량은 </a:t>
            </a:r>
            <a:r>
              <a:rPr sz="14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RANKL과 OPG의 비율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정한다. 뼈를 짓는 쪽이 허무는 쪽을 지휘한다는 구조이며, 호르몬과 신호가 이 비율을 바꾸어 작용한다. PTH가 지속적으로 높으면 RANKL이 늘고 OPG가 줄어 흡수가 늘어난다. Estrogen은 반대 방향으로 작용하므로, 폐경으로 estrogen이 줄면 RANKL 쪽이 우세해져 흡수가 늘어난다.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재형성 — 뼈가 끊임없이 바뀌는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70759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연계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골다공증 치료제의 작용 지점이 이 절의 구조에 하나씩 대응한다.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Bisphosphonate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hydroxyapatite에 결합해 있다가 osteoclast에 흡수되어 그 기능을 억제하고 사멸시킨다.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Denosumab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RANKL에 대한 단일클론 항체로, OPG가 하는 일을 약으로 대신한다.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PTH 유사체(teriparatide)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는 흥미로운 예외다. PTH가 지속적으로 높으면 흡수가 늘지만,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간헐적으로 투여하면 오히려 뼈 형성이 더 크게 자극된다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같은 호르몬이 투여 방식에 따라 반대 결과를 내는 것이며, 지속과 박동의 차이가 생물학적 결과를 가른다는 원리의 임상적 사례다.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Romosozumab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osteocyte가 분비해 뼈 형성을 억제하는 sclerostin을 차단해 형성을 늘린다.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08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재형성 — 뼈가 끊임없이 바뀌는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23</a:t>
            </a:r>
          </a:p>
        </p:txBody>
      </p:sp>
      <p:pic>
        <p:nvPicPr>
          <p:cNvPr id="7" name="Picture 6" descr="fig-bone-remodeling.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77" y="1325880"/>
            <a:ext cx="9214541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재형성 단위의 작동 순서와 RANKL·OPG 체계. 활성화에서 흡수, 역전, 형성에 이르는 네 단계와 흡수가 빠르고 형성이 느린 비대칭, osteoblast 계열 세포가 RANKL과 OPG의 비율로 osteoclast를 지휘하는 구조, 그리고 주요 치료제의 작용 지점을 함께 보인다.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09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9. 칼슘 항상성에서 뼈가 맡는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M01-W02-L02에서 칼슘 조절의 세 기관과 세 호르몬을 다루었다. 여기서는 뼈 쪽의 관점에서 다시 본다.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 가지 꺼내 쓰기.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뼈에서 칼슘을 동원하는 방법은 두 가지이며 시간 규모가 다르다.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빠른 교환(수 분~시간)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뼈 표면과 lacuna 주변의 액체에는 결정과 평형을 이루는 칼슘이 있다. 세포를 거치지 않고 물리화학적으로 교환되며, 혈중 칼슘의 단기 변동을 완충한다.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느린 동원(수 일~주)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osteoclast에 의한 실제 골흡수다. 지속적인 PTH 상승에서 작동하며, 오래 지속되면 골량이 줄어든다.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PTH가 osteoclast에 직접 작용하지 않는다.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중요한 사실이다. Osteoclast에는 PTH 수용체가 없다. PTH는 osteoblast 계열 세포와 osteocyte의 수용체에 결합해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RANKL을 늘리고 OPG를 줄여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간접적으로 osteoclast를 활성화한다. 7절의 지휘 구조가 여기서도 적용된다.</a:t>
            </a:r>
          </a:p>
          <a:p>
            <a:pPr>
              <a:spcAft>
                <a:spcPts val="900"/>
              </a:spcAft>
            </a:pPr>
            <a:r>
              <a:rPr sz="16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 교체의 생화학적 지표.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혈액과 소변에서 재형성의 속도를 추정할 수 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09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9. 칼슘 항상성에서 뼈가 맡는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73152" marR="73152" marT="27432" marB="2743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형성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alkaline phosphatase(뼈 특이형), osteocalcin, P1NP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osteoblast의 활동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흡수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CTX, NTX(collagen 분해 산물)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osteoclast의 활동</a:t>
                      </a:r>
                    </a:p>
                  </a:txBody>
                  <a:tcPr marL="73152" marR="73152" marT="27432" marB="27432"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09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9. 칼슘 항상성에서 뼈가 맡는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20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지표의 해석에는 주의가 필요하다.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절대값보다 변화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유용하며, 치료 시작 후 흡수 지표가 떨어지는 것으로 약이 듣고 있는지를 비교적 빨리 확인할 수 있다. 골밀도는 변화가 나타나기까지 1년 이상 걸리기 때문이다.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09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9. 칼슘 항상성에서 뼈가 맡는 역할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70759"/>
          </a:xfrm>
          <a:prstGeom prst="rect">
            <a:avLst/>
          </a:prstGeom>
          <a:solidFill>
            <a:srgbClr val="EC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200" b="1" i="0">
                <a:solidFill>
                  <a:srgbClr val="1E6B2C"/>
                </a:solidFill>
                <a:latin typeface="Malgun Gothic"/>
                <a:ea typeface="Malgun Gothic"/>
                <a:cs typeface="Malgun Gothic"/>
              </a:rPr>
              <a:t>시험에서 가려내는 지점  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시험에서 가려내는 지점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네 가지 대사성 뼈 질환을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칼슘, 인, alkaline phosphatase, PTH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네 값의 조합으로 가르는 문제가 반복된다.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골다공증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뼈의 양이 줄 뿐 대사는 정상이므로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네 값이 모두 정상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이 점이 가장 중요하다.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골연화증·구루병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무기질화 부족이므로 칼슘과 인이 낮고 alkaline phosphatase가 높으며 PTH가 이차적으로 올라간다.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일차성 부갑상샘 기능항진증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칼슘이 높고 인이 낮으며 PTH가 높다.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Paget 병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국소적으로 재형성이 폭주하는 상태로, 칼슘과 인은 대개 정상인데 </a:t>
            </a:r>
            <a:r>
              <a:rPr sz="16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alkaline phosphatase만 크게 올라간다</a:t>
            </a:r>
            <a:r>
              <a:rPr sz="16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"뼈가 아픈데 검사가 다 정상이면 골다공증이 아니라 다른 원인을 찾아야 한다"는 임상 격언이 첫 줄에서 나온다. 골다공증 자체는 골절이 생기기 전까지 증상이 없다.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참고문헌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9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M01-W04-L01  ·  골학 요약: 골격·관절·뼈의 재형성</a:t>
            </a:r>
            <a:r>
              <a:rPr sz="9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Standring S, ed. Gray's Anatomy: The Anatomical Basis of Clinical Practice. 42nd ed. Elsevier; 2020.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Hall JE, Hall ME. Guyton and Hall Textbook of Medical Physiology. 14th ed. Elsevier; 2021. Chapter 80, Parathyroid Hormone, Calcitonin, Calcium and Phosphate Metabolism, Vitamin D, Bone and Teeth.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Kumar V, Abbas AK, Aster JC. Robbins and Cotran Pathologic Basis of Disease. 10th ed. Elsevier; 2021. Chapter 26, Bones, Joints, and Soft Tissue Tumors.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Alberts B, et al. Molecular Biology of the Cell. 7th ed. Chapter 19: Cell Junctions and the Extracellular Matrix. W.W. Norton; 2022.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Boyle WJ, Simonet WS, Lacey DL. Osteoclast differentiation and activation. Nature. 2003;423(6937):337–342.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Bonewald LF. The amazing osteocyte. J Bone Miner Res. 2011;26(2):229–238.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Compston JE, McClung MR, Leslie WD. Osteoporosis. Lancet. 2019;393(10169):364–376.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