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Citrate shuttle. Acetyl-CoA는 내막을 통과하지 못하므로 citrate 형태로 세포질로 나온 뒤 ATP-citrate lyase에 의해 복원된다. Malic enzyme 단계에서 NADPH가 함께 만들어진다.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Acetyl-CoA carboxylase의 세 층위 조절. Citrate와 palmitoyl-CoA의 알로스테릭 조절, AMPK·glucagon·insulin에 의한 인산화·탈인산화, SREBP-1c와 ChREBP에 의한 전사 조절이 작동 시간을 달리하며 겹친다.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Fatty acid synthase의 네 반응 순환. 축합에서 CO₂가 방출되고, 두 번의 NADPH 환원 사이에 탈수가 끼어 있다. 일곱 번 돌면 palmitoyl-ACP가 되고 thioesterase가 palmitate를 떼어 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지방산 합성에 쓰이는 세포질 NADPH의 공급원. Pentose phosphate pathway가 주 공급원이고, citrate shuttle의 malic enzyme이 acetyl 공급과 환원력 공급을 묶는다.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사슬 연장과 불포화. 연장은 ER에서 CoA를 운반체로 두 탄소씩 진행하고, desaturase는 carboxyl 쪽에서 C9까지만 이중결합을 만들 수 있다. Linoleate에서 arachidonate로 가는 경로가 그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Acetyl-CoA는 미토콘드리아 내막을 통과하지 못하므로 oxaloacetate와 결합해 citrate가 된 뒤 tricarboxylate transporter로 세포질로 나오고, 세포질에서 ATP-citrate lyase가 ATP를 써서 다시 acetyl-CoA와 oxaloacetate로 가른다. 부수적 이점은 두 가지다. 첫째, 남은 oxaloacetate가 malate를 거쳐 malic enzyme 반응을 지날 때 NADPH가 생기므로 탄소 공급과 환원력 공급이 같은 흐름에 묶인다. 둘째, citrate는 에너지가 남을 때만 기질에 쌓여 밖으로 나오고 세포질에서 ACC를 활성화하므로, 운반체가 동시에 조절 신호로 작동한다.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Malonyl-CoA는 FAS 순환의 탄소 공여체이므로 농도가 높으면 합성이 진행된다. 동시에 malonyl-CoA는 미토콘드리아 외막의 CPT-I를 억제해 긴 사슬 acyl-CoA가 미토콘드리아로 들어가지 못하게 하므로 산화가 꺼진다. 따라서 ACC가 켜지면 합성이 켜지고 산화가 꺼지며, ACC가 꺼지면 그 반대가 된다. 조절되지 않은 1형 당뇨병에서는 insulin이 작용하지 않아 ACC가 인산화된 비활성 상태로 고정되고 malonyl-CoA가 낮게 유지된다. CPT-I 억제가 풀려 지방산 산화가 멈추지 않으므로 acetyl-CoA가 과잉 생성되고 케톤체 생성으로 흘러 ketoacidosis로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첫째, 세포 내 위치가 다르다. 합성은 세포질, 산화는 미토콘드리아 기질에서 일어난다. 둘째, 운반체가 다르다. 합성은 ACP의 phosphopantetheine 팔, 산화는 CoA를 쓴다. 셋째, 보조인자가 다르다. 합성은 NADPH를 소비하고 산화는 FAD와 NAD⁺를 환원한다. 넷째, 중간체의 입체 구조가 다르다. 합성의 hydroxyacyl 중간체는 D형, 산화의 것은 L형이다. 다섯째, 탄소 단위가 다르다. 합성은 malonyl-CoA에서 두 탄소를 받고 ACC 단계에서 ATP를 소비하지만, 산화는 acetyl-CoA를 직접 떼어 낸다. 이 차이들 때문에 두 경로가 독립적으로 조절될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사람의 desaturase는 carboxyl 탄소에서 세어 C9까지만 새 이중결합을 넣을 수 있다. Oleic acid의 이중결합은 C9와 C10 사이에 있으므로 delta-9 desaturase(SCD1)가 stearate(18:0)에서 직접 만들 수 있다. Linoleic acid는 C9뿐 아니라 C12에도 이중결합이 있고, C12는 methyl 말단에서 여섯 번째 탄소(n-6)에 해당한다. 사람의 어떤 desaturase도 C10과 methyl 말단 사이에는 이중결합을 넣지 못하므로 이 분자는 합성할 수 없고 식사로 섭취해야 한다. 따라서 하류 산물인 arachidonate와 eicosanoid의 공급도 식이 linoleate에 의존한다.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acyl기를 직접 결합시키는 축합 반응은 열역학적으로 불리하다. ACC가 ATP를 써서 acetyl-CoA에 CO₂를 붙여 malonyl-CoA를 만들면, 축합 반응에서 그 CO₂가 떨어져 나가며 반응을 진행 방향으로 끌고 간다. 즉 ATP의 에너지가 carboxylation의 형태로 기질에 저장되었다가 축합 단계에서 방출되어 결합 형성을 가능하게 한다. 결과적으로 사슬에 들어가는 탄소는 두 개뿐이고 추가된 탄소는 회수되지만, 이 과정 없이는 사슬 연장이 일어나지 않는다. 같은 설계가 ER의 연장 반응에서도 malonyl-CoA를 공여체로 쓰는 이유다.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Biotin은 ACC, pyruvate carboxylase, propionyl-CoA carboxylase, 3-methylcrotonyl-CoA carboxylase 네 효소의 공통 보조인자다. Biotinidase는 식이 단백질에 결합된 biotin을 떼어 재활용하는 효소이므로, 결손되면 유리 biotin이 부족해져 네 carboxylase가 모두 기능을 잃는다. 그래서 단일 효소 결손이 아니라 multiple carboxylase deficiency로 나타난다. Propionyl-CoA carboxylase와 3-methylcrotonyl-CoA carboxylase의 기능 상실로 유기산이 쌓여 대사성 산증과 유기산뇨가 생기고, pyruvate carboxylase 기능 저하로 gluconeogenesis가 떨어지며, 피부 병변, 탈모, 경련과 발달 지연이 동반된다. 신생아 선별검사로 발견하면 고용량 biotin 경구 투여로 잘 교정된다.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M02  대사생화학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합성과 조절</a:t>
            </a:r>
          </a:p>
          <a:p>
            <a:r>
              <a:rPr sz="1500" b="0" i="0">
                <a:solidFill>
                  <a:srgbClr val="B9D2E8"/>
                </a:solidFill>
                <a:latin typeface="Malgun Gothic"/>
                <a:ea typeface="Malgun Gothic"/>
                <a:cs typeface="Malgun Gothic"/>
              </a:rPr>
              <a:t>Fatty Acid Synthesis and Its Regulation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M02-W07-L02</a:t>
            </a:r>
          </a:p>
          <a:p>
            <a:r>
              <a:rPr sz="1100" b="0" i="0">
                <a:solidFill>
                  <a:srgbClr val="9FBEDA"/>
                </a:solidFill>
                <a:latin typeface="Malgun Gothic"/>
                <a:ea typeface="Malgun Gothic"/>
                <a:cs typeface="Malgun Gothic"/>
              </a:rPr>
              <a:t>7주 2회  ·  지질대사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 novo 지방산 합성이 일어나는 조직과 세포 내 구획, 그리고 그 생리적 조건을 설명한다.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Citrate shuttle로 acetyl 단위가 세포질로 옮겨지는 과정과 그 부산물을 설명한다.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Acetyl-CoA carboxylase가 rate-limiting step인 이유를 반응의 성질로 설명한다.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ACC의 알로스테릭·공유결합·전사 조절을 신호와 작동 시간 단위로 구분해 설명한다.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Fatty acid synthase 복합체의 네 반응 순환과 palmitate 생성까지의 수지를 계산한다.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사슬 연장과 불포화의 효소·위치와 필수지방산이 생기는 구조적 이유를 연결한다.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NADPH의 공급원 세 가지를 들고 합성이 식후 상태에 묶여 있는 까닭을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PREREQ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선수지식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M02-W07-L01 식이지질의 소화·흡수·운반 — 지방산의 구조와 분류, delta·omega 표기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M02-W05-L02 Pyruvate dehydrogenase와 TCA cycle — acetyl-CoA의 생성과 citrate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M02-W06-L03 Pentose phosphate pathway — NADPH의 공급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de novo 지방산 합성의 의의와 조건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Citrate shuttle: acetyl 단위의 세포질 이동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Acetyl-CoA carboxylase: 경로의 rate-limiting step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ACC의 조절: 세 층위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Fatty acid synthase 복합체와 반응 순환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6. NADPH의 공급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7. 사슬 연장과 불포화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8. 합성 조절의 이상과 임상적 연결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de novo 지방산 합성의 의의와 조건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식사로 섭취한 지방산만으로 몸의 수요가 채워지지 않거나, 반대로 탄수화물을 과잉 섭취해 남는 탄소를 저장해야 할 때 몸은 지방산을 직접 만든다. 이 과정을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 novo 지방산 합성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이라고 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합성의 생리적 의미는 두 가지다. 첫째, 탄수화물의 탄소를 저장 가능한 형태로 바꾼다. Glycogen 저장 용량은 간과 근육을 합쳐 약 400~500 g에 그치고, 그 이상의 탄소는 지방산으로 전환해 triacylglycerol로 저장해야 한다. 둘째, 막 지질과 신호 분자의 재료를 공급한다. 특히 폐의 surfactant에 필요한 dipalmitoylphosphatidylcholine의 palmitate, 수유 중 유선이 만드는 유지방의 지방산은 상당 부분 de novo 합성에서 온다.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합성은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간에서 가장 활발하고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그 밖에 지방조직, 유선, 폐, 신장에서도 일어난다. 세포 내 위치는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세포질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이며, 지방산 산화가 일어나는 미토콘드리아와 분리되어 있다. 이 구획 분리가 두 반대 경로가 동시에 헛돌지 않게 하는 첫 번째 장치다.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합성에 필요한 재료는 세 가지다.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탄소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세포질의 acetyl-CoA. 탄수화물과 일부 아미노산에서 온다.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환원력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NADPH. Palmitate 한 분자에 14개가 필요하다.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ATP. Acetyl-CoA carboxylase 반응에 쓰인다.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 재료가 모두 풍부한 조건은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탄수화물을 충분히 섭취한 식후 상태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그래서 지방산 합성은 insulin이 높고 glucagon이 낮을 때 켜지는 경로이고, 공복에는 꺼진다.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de novo 지방산 합성의 의의와 조건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여기서 구조적 문제가 하나 생긴다. Acetyl-CoA는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기질에서 만들어지는데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합성 효소는 세포질에 있다. 그런데 acetyl-CoA는 미토콘드리아 내막을 통과하지 못한다. 다음 절이 이 문제를 다룬다.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Citrate shuttle: acetyl 단위의 세포질 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Acetyl-CoA는 pyruvate dehydrogenase 복합체 반응, 지방산 산화, 일부 아미노산 분해에서 모두 미토콘드리아 기질에 생긴다. 내막에는 acetyl-CoA를 옮기는 수송체가 없다. 그래서 몸은 acetyl 단위를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citrate에 실어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내보낸다.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과정은 네 단계다.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기질에서 acetyl-CoA가 oxaloacetate와 결합해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citrate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된다(citrate synthase).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Citrate가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tricarboxylate transporter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통해 세포질로 나온다.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세포질에서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ATP-citrate lyase(ACL)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ATP를 써서 citrate를 다시 acetyl-CoA와 oxaloacetate로 가른다.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남은 oxaloacetate는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malate dehydrogenase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malate가 되고,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malic enzyme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malate를 pyruvate와 CO₂로 바꾸면서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NADPH 한 분자를 만든다.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Pyruvate나 malate는 미토콘드리아로 돌아간다.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Citrate shuttle: acetyl 단위의 세포질 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8</a:t>
            </a:r>
          </a:p>
        </p:txBody>
      </p:sp>
      <p:pic>
        <p:nvPicPr>
          <p:cNvPr id="7" name="Picture 6" descr="fig-citrate-shuttle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619" y="1325880"/>
            <a:ext cx="9100457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Citrate shuttle. Acetyl-CoA는 내막을 통과하지 못하므로 citrate 형태로 세포질로 나온 뒤 ATP-citrate lyase에 의해 복원된다. Malic enzyme 단계에서 NADPH가 함께 만들어진다.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Citrate shuttle: acetyl 단위의 세포질 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셔틀에는 설계상 세 가지 이점이 있다.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왕복 비용이 합성의 수지에 포함된다.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한 번 돌 때 ATP 한 분자를 쓰므로, 합성의 에너지 비용에 수송 비용이 계산된다.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환원력이 함께 공급된다.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Malic enzyme 단계에서 NADPH가 생기므로, acetyl 단위의 공급과 환원력의 공급이 같은 흐름에 묶인다.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운반체가 곧 신호가 된다.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Citrate는 ATP와 acetyl-CoA가 풍부해 isocitrate dehydrogenase가 억제될 때 기질에 쌓여 밖으로 나온다. 즉 citrate가 세포질에 많다는 것은 에너지가 남는다는 뜻이고, 뒤에서 보듯 citrate는 세포질에서 acetyl-CoA carboxylase를 직접 활성화한다.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Acetyl-CoA carboxylase: 경로의 rate-limiting step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세포질로 나온 acetyl-CoA는 바로 사슬에 붙지 않는다. 먼저 CO₂가 하나 붙어 탄소 세 개의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malonyl-CoA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되어야 한다. 이 반응을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acetyl-CoA carboxylase(ACC)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촉매하며, 이것이 지방산 합성의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rate-limiting step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이고 경로의 committed step이다.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반응은 다음과 같다.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Acetyl-CoA + HCO₃⁻ + ATP → Malonyl-CoA + ADP + Pi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ACC는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biotin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보조인자로 쓰는 carboxylase다. Biotin이 ATP를 써서 먼저 carboxyl기를 받고(carboxybiotin), 이것을 acetyl-CoA에 넘긴다. 같은 biotin 의존 기전을 pyruvate carboxylase와 propionyl-CoA carboxylase도 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왜 이 단계가 rate-limiting step인가.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세 가지가 겹친다.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경로에서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처음이자 비가역적인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반응이다. ATP를 소비하므로 생리적 조건에서 역방향으로 진행하지 않는다.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Malonyl-CoA는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합성 외에 쓰일 곳이 사실상 없다.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 지점을 지나면 탄소가 지방산으로 갈 수밖에 없다.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뒤의 fatty acid synthase는 malonyl-CoA 농도에 따라 속도가 정해지는 정도로 빠르므로, 전체 유입량이 ACC에서 결정된다.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Acetyl-CoA carboxylase: 경로의 rate-limiting step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여기에 한 가지가 더 있다.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Malonyl-CoA는 동시에 지방산 산화의 억제 신호다.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Malonyl-CoA는 미토콘드리아 외막의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carnitine palmitoyltransferase I(CPT-I)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억제해 긴 사슬 acyl 기가 미토콘드리아로 들어가지 못하게 한다. 그래서 ACC가 켜지면 합성이 시작되는 동시에 산화가 꺼진다. 한 대사물질이 두 경로를 반대 방향으로 동시에 조절하므로 무익한 순환(futile cycle)이 생기지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ACC의 조절: 세 층위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ACC의 조절은 작동 시간 단위가 다른 세 층위로 겹쳐 있다.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(1) 알로스테릭 조절 — 수 초에서 수 분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ACC는 비활성인 단량체와 활성인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중합체(filament)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사이를 오간다.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Citrate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중합을 촉진해 효소를 활성화한다. Citrate는 세포질 acetyl-CoA의 공급원이므로, 기질이 풍부함을 알리는 feed-forward 신호다.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Palmitoyl-CoA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중합을 해체해 효소를 억제한다. 경로의 최종 산물이 자기 경로의 첫 효소를 억제하는 feedback 신호다.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하나의 효소에 feed-forward와 feedback이 함께 작용한다는 점이 이 조절의 특징이다.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(2) 공유결합 변형 — 수 분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ACC는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인산화되면 비활성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탈인산화되면 활성이다.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Glucagon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epinephrine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cAMP를 올려 인산화를 유도한다.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ACC의 조절: 세 층위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AMPK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세포의 AMP/ATP 비가 올라갈 때 활성화되어 ACC를 인산화한다. ATP를 소비하는 합성 경로를 에너지 상태에 맞춰 끄는 장치다.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Insulin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탈인산화를 촉진해 활성을 올린다.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ACC의 조절: 세 층위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14</a:t>
            </a:r>
          </a:p>
        </p:txBody>
      </p:sp>
      <p:pic>
        <p:nvPicPr>
          <p:cNvPr id="7" name="Picture 6" descr="fig-acc-regulation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619" y="1325880"/>
            <a:ext cx="9100457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Acetyl-CoA carboxylase의 세 층위 조절. Citrate와 palmitoyl-CoA의 알로스테릭 조절, AMPK·glucagon·insulin에 의한 인산화·탈인산화, SREBP-1c와 ChREBP에 의한 전사 조절이 작동 시간을 달리하며 겹친다.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ACC의 조절: 세 층위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(3) 전사 조절 — 수 시간에서 수 일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탄수화물이 많고 지방이 적은 식사를 지속하면 insulin과 포도당 신호가 전사인자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SREBP-1c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ChREBP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활성화해 ACC와 fatty acid synthase의 전사를 함께 올린다. 반대로 공복이나 고지방 식사, 높은 glucagon 상태에서는 두 효소의 전사가 줄어든다. 이 조절은 효소의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바꾸므로 식이 변화에 수 일에 걸쳐 적응하는 데 쓰인다.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ACC의 조절: 세 층위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조절 방식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작동 시간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중합(알로스테릭)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Citrate 증가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초~분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해체(알로스테릭)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Palmitoyl-CoA 증가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↓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초~분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인산화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Glucagon, epinephrine, AMPK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탈인산화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Insulin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↑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고탄수화물 식사, insulin (SREBP-1c, ChREBP)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효소량 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시간~일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ACC의 조절: 세 층위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70759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Biotin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ACC를 비롯한 네 가지 carboxylase의 공통 보조인자다. 보조인자를 효소에 붙이는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holocarboxylase synthetase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나 biotin을 재활용하는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biotinidase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결손되면 네 carboxylase가 함께 작동하지 못하는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multiple carboxylase deficiency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생긴다. Propionyl-CoA carboxylase와 3-methylcrotonyl-CoA carboxylase의 기능 상실 때문에 유기산뇨, 대사성 산증, 피부 병변, 탈모, 신경 증상이 나타난다. Biotinidase 결손은 신생아 선별검사 항목이며, 고용량 biotin 경구 투여로 증상이 잘 교정된다. 결핍은 날달걀 흰자를 장기간 다량 섭취해 avidin이 biotin을 결합할 때도 생길 수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Fatty acid synthase 복합체와 반응 순환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Malonyl-CoA가 만들어지면 나머지 과정은 하나의 효소가 처리한다. 사람의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fatty acid synthase(FAS)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두 개의 동일한 폴리펩티드가 결합한 homodimer이며,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 폴리펩티드 안에 일곱 가지 촉매 활성과 acyl carrier protein(ACP) 영역이 모두 들어 있다.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즉 여러 효소가 모인 복합체가 아니라 다기능 단일 단백질이다.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ACP에는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phosphopantetheine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팔이 붙어 있고, 이 팔의 -SH에 자라나는 사슬이 thioester로 매달려 활성 부위 사이를 옮겨 다닌다. Phosphopantetheine은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pantothenic acid(vitamin B₅)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에서 유래하므로, coenzyme A와 보조인자의 뿌리를 공유한다.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반응은 네 단계가 한 순환을 이룬다.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Condensation(축합)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활성 부위의 acetyl기가 malonyl-ACP의 C2에 결합해 acetoacetyl-ACP가 되고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CO₂가 떨어져 나간다.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떨어져 나가는 CO₂는 ACC가 붙인 바로 그 CO₂다. 이 방출이 반응의 추진력이며, 탄소를 늘리지 않으면서 결합 형성을 열역학적으로 가능하게 만든다.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Reduction(환원)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NADPH가 keto기를 환원해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D-3-hydroxybutyryl-ACP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만든다. 입체 구조가 D형인 점이 산화 경로의 L형 중간체와 다르다.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Dehydration(탈수)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물이 빠지면서 trans 이중결합이 생겨 crotonyl-ACP가 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Fatty acid synthase 복합체와 반응 순환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Reduction(환원)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NADPH가 이중결합을 환원해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butyryl-ACP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된다. 사슬이 탄소 두 개 길어졌다.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Fatty acid synthase 복합체와 반응 순환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20</a:t>
            </a:r>
          </a:p>
        </p:txBody>
      </p:sp>
      <p:pic>
        <p:nvPicPr>
          <p:cNvPr id="7" name="Picture 6" descr="fig-fas-cycle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291" y="1325880"/>
            <a:ext cx="8309113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Fatty acid synthase의 네 반응 순환. 축합에서 CO₂가 방출되고, 두 번의 NADPH 환원 사이에 탈수가 끼어 있다. 일곱 번 돌면 palmitoyl-ACP가 되고 thioesterase가 palmitate를 떼어 낸다.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Fatty acid synthase 복합체와 반응 순환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순환이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일곱 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반복되면 탄소 16개의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palmitoyl-ACP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되고, thioesterase가 thioester 결합을 끊어 유리 palmitate를 내놓는다. 사람의 FAS는 여기서 멈추므로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세포질 합성의 산물은 palmitate(16:0) 하나뿐이다.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전체 수지는 다음과 같다.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8 Acetyl-CoA + 7 ATP + 14 NADPH + 14 H⁺ → Palmitate + 8 CoA + 6 H₂O + 7 ADP + 7 Pi + 14 NADP⁺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여덟 개의 acetyl-CoA 가운데 일곱 개가 ACC를 거쳐 malonyl-CoA가 되고, 하나는 첫 축합의 시작 단위로 그대로 쓰인다.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Fatty acid synthase 복합체와 반응 순환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386839"/>
          </a:xfrm>
          <a:prstGeom prst="rect">
            <a:avLst/>
          </a:prstGeom>
          <a:solidFill>
            <a:srgbClr val="FFF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8A6300"/>
                </a:solidFill>
                <a:latin typeface="Malgun Gothic"/>
                <a:ea typeface="Malgun Gothic"/>
                <a:cs typeface="Malgun Gothic"/>
              </a:rPr>
              <a:t>핵심 정리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핵심 정리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산화와 합성은 겉보기에 반대 방향이지만 서로의 역반응이 아니다. 위치(미토콘드리아 대 세포질), 운반체(CoA 대 ACP), 보조인자(FAD·NAD⁺ 대 NADPH), 중간체의 입체 구조(L형 대 D형), 탄소 공여 단위(acetyl-CoA 대 malonyl-CoA)가 모두 다르다. 이 차이가 두 경로를 독립적으로 조절할 수 있게 만든다.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NADPH의 공급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Palmitate 한 분자를 만드는 데 NADPH 14개가 들어간다. 이 양을 대는 공급원은 세 가지다.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Pentose phosphate pathway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glucose 6-phosphate가 G6PD와 6-phosphogluconate dehydrogenase를 거치며 NADPH 두 개를 만든다. 간과 지방조직에서 가장 큰 공급원이다.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Malic enzyme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citrate shuttle이 한 번 돌 때마다 NADPH 한 개가 생긴다.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세포질 isocitrate dehydrogenase(IDH1)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사람의 대부분 조직에서 기여는 작다.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NADPH의 공급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24</a:t>
            </a:r>
          </a:p>
        </p:txBody>
      </p:sp>
      <p:pic>
        <p:nvPicPr>
          <p:cNvPr id="7" name="Picture 6" descr="fig-nadph-sources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25880"/>
            <a:ext cx="10607040" cy="40692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지방산 합성에 쓰이는 세포질 NADPH의 공급원. Pentose phosphate pathway가 주 공급원이고, citrate shuttle의 malic enzyme이 acetyl 공급과 환원력 공급을 묶는다.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NADPH의 공급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공급원의 구성에서 두 가지가 읽힌다. 첫째, 세 경로가 모두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 대사에 연결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되어 있다. 지방산 합성은 탄소와 환원력을 모두 탄수화물에서 받으므로 식후 상태에 묶여 있다. 둘째,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NADPH와 NADH는 분리된 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NADPH는 환원적 생합성과 항산화에 쓰이고 electron transport chain에는 들어가지 않는다. 같은 세포에서 산화적 분해와 환원적 합성을 동시에 운영하기 위한 구분이다.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사슬 연장과 불포화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세포질 합성은 palmitate에서 끝나지만 몸이 필요한 지방산은 더 길고 불포화된 것들이다. 그 변형은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smooth ER 막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다른 효소들이 담당한다.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사슬 연장(elongation)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세포질 순환과 같은 네 반응을 반복한다. 다만 운반체가 ACP가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CoA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이고, 효소도 별개의 ER 막단백이다. 탄소 공여체는 여기서도 malonyl-CoA이며 환원제는 NADPH다. Palmitate가 stearate(18:0)로, 더 나아가 탄소 20개 이상의 very-long-chain 지방산으로 연장된다. 뇌에서는 sphingolipid에 필요한 긴 지방산이 이 경로로 만들어지므로, 연장 효소의 결함은 신경계 증상으로 나타난다.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불포화(desaturation)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ER의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mixed-function oxidase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계가 수행한다. 반응에는 산소, NADH, cytochrome b5가 필요하고, 전자가 두 곳으로 흘러 산소 한 분자가 물 두 분자로 환원된다.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Delta-9 desaturase(SCD1)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stearate를 oleate(18:1 n-9)로 바꾼다. 사람이 새로 만들 수 있는 거의 유일한 이중결합이다.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Delta-6, delta-5 desaturase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이미 C9 이상에 이중결합이 있는 지방산에만 작용해 carboxyl 쪽에 추가 이중결합을 넣는다.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사슬 연장과 불포화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27</a:t>
            </a:r>
          </a:p>
        </p:txBody>
      </p:sp>
      <p:pic>
        <p:nvPicPr>
          <p:cNvPr id="7" name="Picture 6" descr="fig-elong-desat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77" y="1325880"/>
            <a:ext cx="983074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사슬 연장과 불포화. 연장은 ER에서 CoA를 운반체로 두 탄소씩 진행하고, desaturase는 carboxyl 쪽에서 C9까지만 이중결합을 만들 수 있다. Linoleate에서 arachidonate로 가는 경로가 그 결과다.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사슬 연장과 불포화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여기서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필수지방산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생기는 이유가 구조적으로 설명된다. 사람의 어떤 desaturase도 C10과 methyl 말단 사이에 이중결합을 넣지 못한다. 따라서 n-6이나 n-3 위치에 이중결합이 있는 지방산은 합성이 불가능하고 식사에서 와야 한다. 섭취한 linoleate(18:2 n-6)는 delta-6 desaturation, 연장, delta-5 desaturation을 거쳐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arachidonate(20:4 n-6)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되고, 이것이 eicosanoid의 전구체가 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합성 조절의 이상과 임상적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합성은 단일 유전자 질환보다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상태의 변화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문제가 되는 경로다. 임상에서 마주치는 양상은 세 가지로 묶인다.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(1) 합성 과잉과 비알코올성 지방간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insulin 저항성 상태에서는 간에서 이상한 조합이 나타난다. 포도당 처리는 둔해지는데 SREBP-1c를 통한 지방 합성 경로는 오히려 켜져 있다. 그 결과 간의 de novo 지방산 합성이 늘고, 만들어진 지방산이 triacylglycerol로 간세포에 쌓인다. 탄수화물, 특히 fructose를 과잉 섭취하면 이 경향이 커진다. Fructose는 glucokinase 조절을 거치지 않고 간으로 들어가 삼탄당 인산을 공급하므로 합성 기질을 직접 늘린다.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(2) 산화와 합성의 전환이 깨질 때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Malonyl-CoA에 의한 CPT-I 억제는 식후에 산화를 끄는 장치다. 공복에서는 AMPK와 glucagon이 ACC를 끄면서 malonyl-CoA가 줄고, CPT-I 억제가 풀려 산화가 켜진다. 조절되지 않은 당뇨병에서는 insulin이 작용하지 못해 이 전환이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공복 쪽으로 고정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된다. 지방 동원과 지방산 산화가 멈추지 않고, acetyl-CoA가 과잉 공급되어 케톤체 생성으로 흘러간다. 다음 두 수업에서 이 경로를 자세히 다룬다.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(3) 합성 효소를 표적으로 하는 약물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합성 조절의 이상과 임상적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작용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적용과 근거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억제해 malonyl-CoA 감소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지방 합성 억제, 지방간 치료 연구 단계. Malonyl-CoA가 줄면 triacylglycerol 혈중 농도가 오를 수 있어 주의가 필요하다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종양이 지방산 합성에 의존하는 점을 이용한 항암 연구 단계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SCD1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포화·불포화 비율 조절, 연구 단계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AMPK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활성화(metformin의 간접 효과 포함)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인산화로 합성 억제, 산화 촉진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합성 조절의 이상과 임상적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68148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종양 세포는 정상 세포와 달리 지방산을 식이에서 받기보다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 novo로 합성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하는 쪽으로 기울고, FAS와 ACC의 발현이 높은 종양에서 예후가 나쁜 경향이 보고된다. 막 합성 수요가 크고, 합성된 포화지방산이 지질 뗏목(lipid raft)과 신호 전달에 쓰이기 때문이다. 이것이 FAS 억제제를 항암제로 연구하는 근거다. 다만 정상 조직의 수유 중 유선, 폐, 간도 이 경로에 의존하므로 선택성 확보가 과제로 남아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44520"/>
            <a:ext cx="10881360" cy="1681480"/>
          </a:xfrm>
          <a:prstGeom prst="rect">
            <a:avLst/>
          </a:prstGeom>
          <a:solidFill>
            <a:srgbClr val="FFF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8A6300"/>
                </a:solidFill>
                <a:latin typeface="Malgun Gothic"/>
                <a:ea typeface="Malgun Gothic"/>
                <a:cs typeface="Malgun Gothic"/>
              </a:rPr>
              <a:t>핵심 정리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핵심 정리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지방산 합성은 세포질에서 acetyl-CoA, NADPH, ATP가 모두 풍부할 때 진행된다. Citrate가 탄소와 신호를 함께 운반하고, ACC가 세 층위의 조절을 받아 유입량을 정하며, FAS가 네 반응을 일곱 번 반복해 palmitate를 만든다. 만들어진 malonyl-CoA는 동시에 CPT-I를 억제해 산화를 끄므로, 합성과 산화의 전환은 하나의 대사물질 농도로 설명된다.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Acetyl-CoA는 미토콘드리아에서 만들어지는데 지방산 합성은 세포질에서 일어난다. 몸이 이 문제를 해결하는 방식과 그 방식이 가지는 두 가지 부수적 이점을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8813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 </a:t>
            </a:r>
            <a:r>
              <a:rPr sz="15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Acetyl-CoA는 미토콘드리아 내막을 통과하지 못하므로 oxaloacetate와 결합해 citrate가 된 뒤 tricarboxylate transporter로 세포질로 나오고, 세포질에서 ATP-citrate lyase가 ATP를 써서 다시 acetyl-CoA와 oxaloacetate로 가른다. 부수적 이점은 두 가지다. 첫째, 남은 oxaloacetate가 malate를 거쳐 malic enzyme 반응을 지날 때 NADPH가 생기므로 탄소 공급과 환원력 공급이 같은 흐름에 묶인다. 둘째, citrate는 에너지가 남을 때만 기질에 쌓여 밖으로 나오고 세포질에서 ACC를 활성화하므로, 운반체가 동시에 조절 신호로 작동한다.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Malonyl-CoA 농도 하나로 지방산 합성과 산화가 동시에 조절되는 기전을 설명하고, 조절되지 않은 1형 당뇨병에서 이 조절이 어떻게 깨지는지 서술하라.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8813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 </a:t>
            </a:r>
            <a:r>
              <a:rPr sz="15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Malonyl-CoA는 FAS 순환의 탄소 공여체이므로 농도가 높으면 합성이 진행된다. 동시에 malonyl-CoA는 미토콘드리아 외막의 CPT-I를 억제해 긴 사슬 acyl-CoA가 미토콘드리아로 들어가지 못하게 하므로 산화가 꺼진다. 따라서 ACC가 켜지면 합성이 켜지고 산화가 꺼지며, ACC가 꺼지면 그 반대가 된다. 조절되지 않은 1형 당뇨병에서는 insulin이 작용하지 않아 ACC가 인산화된 비활성 상태로 고정되고 malonyl-CoA가 낮게 유지된다. CPT-I 억제가 풀려 지방산 산화가 멈추지 않으므로 acetyl-CoA가 과잉 생성되고 케톤체 생성으로 흘러 ketoacidosis로 이어진다.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합성 경로와 산화 경로는 서로의 역반응이 아니다. 두 경로를 구분하는 차이를 다섯 가지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8813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 </a:t>
            </a:r>
            <a:r>
              <a:rPr sz="15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첫째, 세포 내 위치가 다르다. 합성은 세포질, 산화는 미토콘드리아 기질에서 일어난다. 둘째, 운반체가 다르다. 합성은 ACP의 phosphopantetheine 팔, 산화는 CoA를 쓴다. 셋째, 보조인자가 다르다. 합성은 NADPH를 소비하고 산화는 FAD와 NAD⁺를 환원한다. 넷째, 중간체의 입체 구조가 다르다. 합성의 hydroxyacyl 중간체는 D형, 산화의 것은 L형이다. 다섯째, 탄소 단위가 다르다. 합성은 malonyl-CoA에서 두 탄소를 받고 ACC 단계에서 ATP를 소비하지만, 산화는 acetyl-CoA를 직접 떼어 낸다. 이 차이들 때문에 두 경로가 독립적으로 조절될 수 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사람은 oleic acid(18:1 n-9)는 만들 수 있지만 linoleic acid(18:2 n-6)는 만들 수 없다. 두 분자의 구조를 들어 그 차이를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8813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 </a:t>
            </a:r>
            <a:r>
              <a:rPr sz="15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사람의 desaturase는 carboxyl 탄소에서 세어 C9까지만 새 이중결합을 넣을 수 있다. Oleic acid의 이중결합은 C9와 C10 사이에 있으므로 delta-9 desaturase(SCD1)가 stearate(18:0)에서 직접 만들 수 있다. Linoleic acid는 C9뿐 아니라 C12에도 이중결합이 있고, C12는 methyl 말단에서 여섯 번째 탄소(n-6)에 해당한다. 사람의 어떤 desaturase도 C10과 methyl 말단 사이에는 이중결합을 넣지 못하므로 이 분자는 합성할 수 없고 식사로 섭취해야 한다. 따라서 하류 산물인 arachidonate와 eicosanoid의 공급도 식이 linoleate에 의존한다.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Fatty acid synthase 순환의 첫 반응에서 CO₂가 떨어져 나간다. 그런데 그 CO₂는 바로 앞 단계에서 ATP를 써서 붙인 것이다. 이렇게 붙였다 떼는 과정이 왜 필요한가.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8813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 </a:t>
            </a:r>
            <a:r>
              <a:rPr sz="15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 acyl기를 직접 결합시키는 축합 반응은 열역학적으로 불리하다. ACC가 ATP를 써서 acetyl-CoA에 CO₂를 붙여 malonyl-CoA를 만들면, 축합 반응에서 그 CO₂가 떨어져 나가며 반응을 진행 방향으로 끌고 간다. 즉 ATP의 에너지가 carboxylation의 형태로 기질에 저장되었다가 축합 단계에서 방출되어 결합 형성을 가능하게 한다. 결과적으로 사슬에 들어가는 탄소는 두 개뿐이고 추가된 탄소는 회수되지만, 이 과정 없이는 사슬 연장이 일어나지 않는다. 같은 설계가 ER의 연장 반응에서도 malonyl-CoA를 공여체로 쓰는 이유다.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Biotinidase 결손 환자에서 acetyl-CoA carboxylase 외에도 여러 효소가 함께 영향을 받는다. 그 이유와 임상 양상을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8813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 </a:t>
            </a:r>
            <a:r>
              <a:rPr sz="15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Biotin은 ACC, pyruvate carboxylase, propionyl-CoA carboxylase, 3-methylcrotonyl-CoA carboxylase 네 효소의 공통 보조인자다. Biotinidase는 식이 단백질에 결합된 biotin을 떼어 재활용하는 효소이므로, 결손되면 유리 biotin이 부족해져 네 carboxylase가 모두 기능을 잃는다. 그래서 단일 효소 결손이 아니라 multiple carboxylase deficiency로 나타난다. Propionyl-CoA carboxylase와 3-methylcrotonyl-CoA carboxylase의 기능 상실로 유기산이 쌓여 대사성 산증과 유기산뇨가 생기고, pyruvate carboxylase 기능 저하로 gluconeogenesis가 떨어지며, 피부 병변, 탈모, 경련과 발달 지연이 동반된다. 신생아 선별검사로 발견하면 고용량 biotin 경구 투여로 잘 교정된다.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Ferrier DR (ed). Lippincott Illustrated Reviews: Biochemistry. Chapter 16, Fatty Acid, Ketone Body, and Triacylglycerol Metabolism.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Wakil SJ, Abu-Elheiga LA. Fatty acid metabolism: target for metabolic syndrome. J Lipid Res 2009;50(Suppl):S138–S143.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Maier T, Leibundgut M, Ban N. The crystal structure of a mammalian fatty acid synthase. Science 2008;321:1315–1322.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Brownsey RW et al. Regulation of acetyl-CoA carboxylase. Biochem Soc Trans 2006;34:223–227.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Horton JD, Goldstein JL, Brown MS. SREBPs: activators of the complete program of cholesterol and fatty acid synthesis in the liver. J Clin Invest 2002;109:1125–1131.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M02-W07-L02  ·  지방산 합성과 조절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Donnelly KL et al. Sources of fatty acids stored in liver and secreted via lipoproteins in patients with nonalcoholic fatty liver disease. J Clin Invest 2005;115:1343–1351.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